
<file path=[Content_Types].xml><?xml version="1.0" encoding="utf-8"?>
<Types xmlns="http://schemas.openxmlformats.org/package/2006/content-types">
  <Default Extension="1"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1" r:id="rId6"/>
    <p:sldId id="269" r:id="rId7"/>
    <p:sldId id="271" r:id="rId8"/>
    <p:sldId id="270" r:id="rId9"/>
    <p:sldId id="265" r:id="rId10"/>
    <p:sldId id="266" r:id="rId11"/>
    <p:sldId id="267"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19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ba Almas Shaik" userId="b8cf85512791b529" providerId="LiveId" clId="{03905FA4-A843-4096-88F8-4020F0CAC281}"/>
    <pc:docChg chg="modSld">
      <pc:chgData name="Zeba Almas Shaik" userId="b8cf85512791b529" providerId="LiveId" clId="{03905FA4-A843-4096-88F8-4020F0CAC281}" dt="2026-03-05T07:44:30.270" v="21" actId="14100"/>
      <pc:docMkLst>
        <pc:docMk/>
      </pc:docMkLst>
      <pc:sldChg chg="modSp mod">
        <pc:chgData name="Zeba Almas Shaik" userId="b8cf85512791b529" providerId="LiveId" clId="{03905FA4-A843-4096-88F8-4020F0CAC281}" dt="2026-03-05T07:44:30.270" v="21" actId="14100"/>
        <pc:sldMkLst>
          <pc:docMk/>
          <pc:sldMk cId="0" sldId="259"/>
        </pc:sldMkLst>
        <pc:spChg chg="mod">
          <ac:chgData name="Zeba Almas Shaik" userId="b8cf85512791b529" providerId="LiveId" clId="{03905FA4-A843-4096-88F8-4020F0CAC281}" dt="2026-03-05T07:44:30.270" v="21" actId="14100"/>
          <ac:spMkLst>
            <pc:docMk/>
            <pc:sldMk cId="0" sldId="259"/>
            <ac:spMk id="2" creationId="{00000000-0000-0000-0000-000000000000}"/>
          </ac:spMkLst>
        </pc:spChg>
        <pc:graphicFrameChg chg="mod modGraphic">
          <ac:chgData name="Zeba Almas Shaik" userId="b8cf85512791b529" providerId="LiveId" clId="{03905FA4-A843-4096-88F8-4020F0CAC281}" dt="2026-03-05T07:44:20.627" v="19" actId="1076"/>
          <ac:graphicFrameMkLst>
            <pc:docMk/>
            <pc:sldMk cId="0" sldId="259"/>
            <ac:graphicFrameMk id="40" creationId="{B409C561-CF28-2936-6C27-6A9E0A0AED5A}"/>
          </ac:graphicFrameMkLst>
        </pc:graphicFrame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9968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5BCAD085-E8A6-8845-BD4E-CB4CCA059FC4}" type="datetimeFigureOut">
              <a:rPr lang="en-US" smtClean="0"/>
              <a:t>3/5/2026</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2947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254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501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8149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6081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6549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294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6448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5171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3030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1162868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85556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1808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3/5/2026</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4048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4823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6248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3/5/2026</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9753639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1"/><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www.rawpixel.com/search/caucasian"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43047" y="335548"/>
            <a:ext cx="2896672" cy="2396681"/>
          </a:xfrm>
        </p:spPr>
        <p:txBody>
          <a:bodyPr>
            <a:normAutofit/>
          </a:bodyPr>
          <a:lstStyle/>
          <a:p>
            <a:r>
              <a:rPr lang="en-US" sz="3200" dirty="0">
                <a:solidFill>
                  <a:srgbClr val="FFFFFF"/>
                </a:solidFill>
                <a:latin typeface="Castellar" panose="020A0402060406010301" pitchFamily="18" charset="0"/>
              </a:rPr>
              <a:t>DATA ANALYSIS INTERNSHIP PROJECT </a:t>
            </a:r>
          </a:p>
        </p:txBody>
      </p:sp>
      <p:sp>
        <p:nvSpPr>
          <p:cNvPr id="3" name="Subtitle 2"/>
          <p:cNvSpPr>
            <a:spLocks noGrp="1"/>
          </p:cNvSpPr>
          <p:nvPr>
            <p:ph type="subTitle" idx="1"/>
          </p:nvPr>
        </p:nvSpPr>
        <p:spPr>
          <a:xfrm>
            <a:off x="5713587" y="3036870"/>
            <a:ext cx="3430413" cy="2052720"/>
          </a:xfrm>
        </p:spPr>
        <p:txBody>
          <a:bodyPr>
            <a:normAutofit/>
          </a:bodyPr>
          <a:lstStyle/>
          <a:p>
            <a:pPr>
              <a:lnSpc>
                <a:spcPct val="100000"/>
              </a:lnSpc>
            </a:pPr>
            <a:r>
              <a:rPr lang="en-US" sz="1800" b="1" dirty="0">
                <a:solidFill>
                  <a:schemeClr val="bg1"/>
                </a:solidFill>
              </a:rPr>
              <a:t>Team HOGWARTS</a:t>
            </a:r>
            <a:br>
              <a:rPr lang="en-US" sz="1600" dirty="0"/>
            </a:br>
            <a:r>
              <a:rPr lang="en-US" sz="1600" dirty="0"/>
              <a:t>Team lead : SHAIK ZEBA ALMAS, 20149</a:t>
            </a:r>
          </a:p>
          <a:p>
            <a:pPr marL="342900" indent="-342900">
              <a:lnSpc>
                <a:spcPct val="100000"/>
              </a:lnSpc>
              <a:buAutoNum type="arabicPeriod"/>
            </a:pPr>
            <a:r>
              <a:rPr lang="en-US" sz="1600" dirty="0"/>
              <a:t>SRAVANAM VENNELA, 20143</a:t>
            </a:r>
          </a:p>
          <a:p>
            <a:pPr marL="342900" indent="-342900">
              <a:lnSpc>
                <a:spcPct val="100000"/>
              </a:lnSpc>
              <a:buAutoNum type="arabicPeriod"/>
            </a:pPr>
            <a:r>
              <a:rPr lang="en-US" sz="1600" dirty="0"/>
              <a:t>HUSNA AKHEEL, 20159</a:t>
            </a:r>
          </a:p>
        </p:txBody>
      </p:sp>
      <p:sp>
        <p:nvSpPr>
          <p:cNvPr id="102" name="Round Diagonal Corner Rectangle 6">
            <a:extLst>
              <a:ext uri="{FF2B5EF4-FFF2-40B4-BE49-F238E27FC236}">
                <a16:creationId xmlns:a16="http://schemas.microsoft.com/office/drawing/2014/main" id="{8B3F5CD4-CBC8-4A22-9DCC-0420CA28A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211" y="808057"/>
            <a:ext cx="5064346"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BDCECD0-27BA-2714-64DF-A9C051890B55}"/>
              </a:ext>
            </a:extLst>
          </p:cNvPr>
          <p:cNvPicPr>
            <a:picLocks noChangeAspect="1"/>
          </p:cNvPicPr>
          <p:nvPr/>
        </p:nvPicPr>
        <p:blipFill>
          <a:blip r:embed="rId3">
            <a:extLst>
              <a:ext uri="{837473B0-CC2E-450A-ABE3-18F120FF3D39}">
                <a1611:picAttrSrcUrl xmlns:a1611="http://schemas.microsoft.com/office/drawing/2016/11/main" r:id="rId4"/>
              </a:ext>
            </a:extLst>
          </a:blip>
          <a:srcRect l="17450" r="17450"/>
          <a:stretch/>
        </p:blipFill>
        <p:spPr>
          <a:xfrm>
            <a:off x="839241" y="1221314"/>
            <a:ext cx="4584286" cy="4577297"/>
          </a:xfrm>
          <a:prstGeom prst="rect">
            <a:avLst/>
          </a:prstGeom>
        </p:spPr>
      </p:pic>
      <p:pic>
        <p:nvPicPr>
          <p:cNvPr id="6" name="Picture 5">
            <a:extLst>
              <a:ext uri="{FF2B5EF4-FFF2-40B4-BE49-F238E27FC236}">
                <a16:creationId xmlns:a16="http://schemas.microsoft.com/office/drawing/2014/main" id="{6134C201-D64C-C3A9-6394-3D9B1EB539AF}"/>
              </a:ext>
            </a:extLst>
          </p:cNvPr>
          <p:cNvPicPr>
            <a:picLocks noChangeAspect="1"/>
          </p:cNvPicPr>
          <p:nvPr/>
        </p:nvPicPr>
        <p:blipFill>
          <a:blip r:embed="rId5"/>
          <a:srcRect b="42089"/>
          <a:stretch>
            <a:fillRect/>
          </a:stretch>
        </p:blipFill>
        <p:spPr>
          <a:xfrm>
            <a:off x="6325302" y="1"/>
            <a:ext cx="2818698" cy="584616"/>
          </a:xfrm>
          <a:prstGeom prst="rect">
            <a:avLst/>
          </a:prstGeom>
        </p:spPr>
      </p:pic>
      <p:sp>
        <p:nvSpPr>
          <p:cNvPr id="101" name="Subtitle 2">
            <a:extLst>
              <a:ext uri="{FF2B5EF4-FFF2-40B4-BE49-F238E27FC236}">
                <a16:creationId xmlns:a16="http://schemas.microsoft.com/office/drawing/2014/main" id="{66669669-C7F0-0381-6AD4-9290EA531FA6}"/>
              </a:ext>
            </a:extLst>
          </p:cNvPr>
          <p:cNvSpPr txBox="1">
            <a:spLocks/>
          </p:cNvSpPr>
          <p:nvPr/>
        </p:nvSpPr>
        <p:spPr>
          <a:xfrm>
            <a:off x="5663557" y="4846702"/>
            <a:ext cx="3430413" cy="1203241"/>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r>
              <a:rPr lang="en-US" sz="1600" dirty="0"/>
              <a:t>Supervisor Name : A Zaheer Sha</a:t>
            </a:r>
          </a:p>
          <a:p>
            <a:r>
              <a:rPr lang="en-US" sz="1600" dirty="0"/>
              <a:t>Trainers Name: A Jayanth, SHAIK Rafeeq Ahamed</a:t>
            </a:r>
          </a:p>
        </p:txBody>
      </p:sp>
      <p:sp>
        <p:nvSpPr>
          <p:cNvPr id="103" name="Subtitle 2">
            <a:extLst>
              <a:ext uri="{FF2B5EF4-FFF2-40B4-BE49-F238E27FC236}">
                <a16:creationId xmlns:a16="http://schemas.microsoft.com/office/drawing/2014/main" id="{76A716EA-15B1-8F10-1F5F-62792478F874}"/>
              </a:ext>
            </a:extLst>
          </p:cNvPr>
          <p:cNvSpPr txBox="1">
            <a:spLocks/>
          </p:cNvSpPr>
          <p:nvPr/>
        </p:nvSpPr>
        <p:spPr>
          <a:xfrm>
            <a:off x="1797663" y="2078676"/>
            <a:ext cx="3625864" cy="205272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gn="ctr"/>
            <a:endParaRPr 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par>
                                <p:cTn id="21" presetID="10" presetClass="entr" presetSubtype="0" fill="hold" grpId="0" nodeType="withEffect">
                                  <p:stCondLst>
                                    <p:cond delay="2000"/>
                                  </p:stCondLst>
                                  <p:iterate type="lt">
                                    <p:tmPct val="10000"/>
                                  </p:iterate>
                                  <p:childTnLst>
                                    <p:set>
                                      <p:cBhvr>
                                        <p:cTn id="22" dur="1" fill="hold">
                                          <p:stCondLst>
                                            <p:cond delay="0"/>
                                          </p:stCondLst>
                                        </p:cTn>
                                        <p:tgtEl>
                                          <p:spTgt spid="101">
                                            <p:txEl>
                                              <p:pRg st="0" end="0"/>
                                            </p:txEl>
                                          </p:spTgt>
                                        </p:tgtEl>
                                        <p:attrNameLst>
                                          <p:attrName>style.visibility</p:attrName>
                                        </p:attrNameLst>
                                      </p:cBhvr>
                                      <p:to>
                                        <p:strVal val="visible"/>
                                      </p:to>
                                    </p:set>
                                    <p:animEffect transition="in" filter="fade">
                                      <p:cBhvr>
                                        <p:cTn id="23" dur="400"/>
                                        <p:tgtEl>
                                          <p:spTgt spid="101">
                                            <p:txEl>
                                              <p:pRg st="0" end="0"/>
                                            </p:txEl>
                                          </p:spTgt>
                                        </p:tgtEl>
                                      </p:cBhvr>
                                    </p:animEffect>
                                  </p:childTnLst>
                                </p:cTn>
                              </p:par>
                              <p:par>
                                <p:cTn id="24" presetID="10" presetClass="entr" presetSubtype="0" fill="hold" grpId="0" nodeType="withEffect">
                                  <p:stCondLst>
                                    <p:cond delay="2000"/>
                                  </p:stCondLst>
                                  <p:iterate type="lt">
                                    <p:tmPct val="10000"/>
                                  </p:iterate>
                                  <p:childTnLst>
                                    <p:set>
                                      <p:cBhvr>
                                        <p:cTn id="25" dur="1" fill="hold">
                                          <p:stCondLst>
                                            <p:cond delay="0"/>
                                          </p:stCondLst>
                                        </p:cTn>
                                        <p:tgtEl>
                                          <p:spTgt spid="101">
                                            <p:txEl>
                                              <p:pRg st="1" end="1"/>
                                            </p:txEl>
                                          </p:spTgt>
                                        </p:tgtEl>
                                        <p:attrNameLst>
                                          <p:attrName>style.visibility</p:attrName>
                                        </p:attrNameLst>
                                      </p:cBhvr>
                                      <p:to>
                                        <p:strVal val="visible"/>
                                      </p:to>
                                    </p:set>
                                    <p:animEffect transition="in" filter="fade">
                                      <p:cBhvr>
                                        <p:cTn id="26" dur="400"/>
                                        <p:tgtEl>
                                          <p:spTgt spid="101">
                                            <p:txEl>
                                              <p:pRg st="1" end="1"/>
                                            </p:txEl>
                                          </p:spTgt>
                                        </p:tgtEl>
                                      </p:cBhvr>
                                    </p:animEffect>
                                  </p:childTnLst>
                                </p:cTn>
                              </p:par>
                              <p:par>
                                <p:cTn id="27" presetID="10" presetClass="entr" presetSubtype="0" fill="hold" grpId="0" nodeType="withEffect" nodePh="1">
                                  <p:stCondLst>
                                    <p:cond delay="2000"/>
                                  </p:stCondLst>
                                  <p:endCondLst>
                                    <p:cond evt="begin" delay="0">
                                      <p:tn val="27"/>
                                    </p:cond>
                                  </p:endCondLst>
                                  <p:iterate type="lt">
                                    <p:tmPct val="10000"/>
                                  </p:iterate>
                                  <p:childTnLst>
                                    <p:set>
                                      <p:cBhvr>
                                        <p:cTn id="28" dur="1" fill="hold">
                                          <p:stCondLst>
                                            <p:cond delay="0"/>
                                          </p:stCondLst>
                                        </p:cTn>
                                        <p:tgtEl>
                                          <p:spTgt spid="103">
                                            <p:txEl>
                                              <p:pRg st="0" end="0"/>
                                            </p:txEl>
                                          </p:spTgt>
                                        </p:tgtEl>
                                        <p:attrNameLst>
                                          <p:attrName>style.visibility</p:attrName>
                                        </p:attrNameLst>
                                      </p:cBhvr>
                                      <p:to>
                                        <p:strVal val="visible"/>
                                      </p:to>
                                    </p:set>
                                    <p:animEffect transition="in" filter="fade">
                                      <p:cBhvr>
                                        <p:cTn id="29" dur="400"/>
                                        <p:tgtEl>
                                          <p:spTgt spid="1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01" grpId="0" build="p"/>
      <p:bldP spid="10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50" y="-14287"/>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solidFill>
            <a:schemeClr val="tx1">
              <a:alpha val="60000"/>
            </a:schemeClr>
          </a:solidFill>
        </p:grpSpPr>
        <p:sp>
          <p:nvSpPr>
            <p:cNvPr id="68"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69"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0"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80"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85"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856059" y="1082673"/>
            <a:ext cx="2152062" cy="4708528"/>
          </a:xfrm>
        </p:spPr>
        <p:txBody>
          <a:bodyPr>
            <a:normAutofit/>
          </a:bodyPr>
          <a:lstStyle/>
          <a:p>
            <a:pPr algn="r"/>
            <a:r>
              <a:rPr lang="en-US" sz="3200"/>
              <a:t>About the Internship</a:t>
            </a:r>
          </a:p>
        </p:txBody>
      </p:sp>
      <p:cxnSp>
        <p:nvCxnSpPr>
          <p:cNvPr id="95" name="Straight Connector 94">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73322" y="1082673"/>
            <a:ext cx="4313428" cy="4708528"/>
          </a:xfrm>
        </p:spPr>
        <p:txBody>
          <a:bodyPr anchor="ctr">
            <a:normAutofit/>
          </a:bodyPr>
          <a:lstStyle/>
          <a:p>
            <a:pPr marL="0" indent="0">
              <a:buNone/>
            </a:pPr>
            <a:r>
              <a:rPr lang="en-US" dirty="0"/>
              <a:t>INTERNCALL</a:t>
            </a:r>
          </a:p>
          <a:p>
            <a:r>
              <a:rPr lang="en-US" sz="1600" dirty="0"/>
              <a:t>Duration: 2 Months</a:t>
            </a:r>
          </a:p>
          <a:p>
            <a:r>
              <a:rPr lang="en-US" sz="1600" dirty="0"/>
              <a:t>Role: Data Analyst Intern</a:t>
            </a:r>
          </a:p>
          <a:p>
            <a:r>
              <a:rPr lang="en-US" sz="1600" dirty="0"/>
              <a:t>Tools Used: Pandas and Matplotlib</a:t>
            </a:r>
          </a:p>
        </p:txBody>
      </p:sp>
      <p:grpSp>
        <p:nvGrpSpPr>
          <p:cNvPr id="96" name="Group 95">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23684" y="0"/>
            <a:ext cx="506016" cy="6848476"/>
            <a:chOff x="11364912" y="0"/>
            <a:chExt cx="674688" cy="6848476"/>
          </a:xfrm>
          <a:solidFill>
            <a:schemeClr val="tx1">
              <a:alpha val="60000"/>
            </a:schemeClr>
          </a:solidFill>
        </p:grpSpPr>
        <p:sp>
          <p:nvSpPr>
            <p:cNvPr id="97"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1"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2"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pic>
        <p:nvPicPr>
          <p:cNvPr id="4" name="Picture 3">
            <a:extLst>
              <a:ext uri="{FF2B5EF4-FFF2-40B4-BE49-F238E27FC236}">
                <a16:creationId xmlns:a16="http://schemas.microsoft.com/office/drawing/2014/main" id="{4FBE8558-64D9-ADF1-7D4C-DF8FDD808F50}"/>
              </a:ext>
            </a:extLst>
          </p:cNvPr>
          <p:cNvPicPr>
            <a:picLocks noChangeAspect="1"/>
          </p:cNvPicPr>
          <p:nvPr/>
        </p:nvPicPr>
        <p:blipFill>
          <a:blip r:embed="rId2"/>
          <a:srcRect b="42089"/>
          <a:stretch>
            <a:fillRect/>
          </a:stretch>
        </p:blipFill>
        <p:spPr>
          <a:xfrm>
            <a:off x="6325302" y="1"/>
            <a:ext cx="2818698" cy="584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50" y="-14287"/>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solidFill>
            <a:schemeClr val="tx1">
              <a:alpha val="60000"/>
            </a:schemeClr>
          </a:solidFill>
        </p:grpSpPr>
        <p:sp>
          <p:nvSpPr>
            <p:cNvPr id="7"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9"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60"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65"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0"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856059" y="1082673"/>
            <a:ext cx="2152062" cy="4708528"/>
          </a:xfrm>
        </p:spPr>
        <p:txBody>
          <a:bodyPr>
            <a:normAutofit/>
          </a:bodyPr>
          <a:lstStyle/>
          <a:p>
            <a:pPr algn="r"/>
            <a:r>
              <a:rPr lang="en-US" sz="3200"/>
              <a:t>Problem Statement</a:t>
            </a:r>
          </a:p>
        </p:txBody>
      </p:sp>
      <p:cxnSp>
        <p:nvCxnSpPr>
          <p:cNvPr id="75" name="Straight Connector 74">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73322" y="1082673"/>
            <a:ext cx="4313428" cy="352428"/>
          </a:xfrm>
        </p:spPr>
        <p:txBody>
          <a:bodyPr anchor="ctr">
            <a:normAutofit lnSpcReduction="10000"/>
          </a:bodyPr>
          <a:lstStyle/>
          <a:p>
            <a:r>
              <a:rPr lang="en-US" sz="1600" dirty="0"/>
              <a:t>Analyzing Daily Mobile Usage Patterns</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23684" y="0"/>
            <a:ext cx="506016"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pic>
        <p:nvPicPr>
          <p:cNvPr id="4" name="Picture 3">
            <a:extLst>
              <a:ext uri="{FF2B5EF4-FFF2-40B4-BE49-F238E27FC236}">
                <a16:creationId xmlns:a16="http://schemas.microsoft.com/office/drawing/2014/main" id="{1E80071B-BEBF-771A-BC3F-1A404C99DE21}"/>
              </a:ext>
            </a:extLst>
          </p:cNvPr>
          <p:cNvPicPr>
            <a:picLocks noChangeAspect="1"/>
          </p:cNvPicPr>
          <p:nvPr/>
        </p:nvPicPr>
        <p:blipFill>
          <a:blip r:embed="rId2"/>
          <a:srcRect b="42089"/>
          <a:stretch>
            <a:fillRect/>
          </a:stretch>
        </p:blipFill>
        <p:spPr>
          <a:xfrm>
            <a:off x="6325302" y="1"/>
            <a:ext cx="2818698" cy="584616"/>
          </a:xfrm>
          <a:prstGeom prst="rect">
            <a:avLst/>
          </a:prstGeom>
        </p:spPr>
      </p:pic>
      <p:pic>
        <p:nvPicPr>
          <p:cNvPr id="10" name="Picture 9">
            <a:extLst>
              <a:ext uri="{FF2B5EF4-FFF2-40B4-BE49-F238E27FC236}">
                <a16:creationId xmlns:a16="http://schemas.microsoft.com/office/drawing/2014/main" id="{3FC691B3-DD87-5668-06EE-21D31BEEF5F2}"/>
              </a:ext>
            </a:extLst>
          </p:cNvPr>
          <p:cNvPicPr>
            <a:picLocks noChangeAspect="1"/>
          </p:cNvPicPr>
          <p:nvPr/>
        </p:nvPicPr>
        <p:blipFill>
          <a:blip r:embed="rId3"/>
          <a:stretch>
            <a:fillRect/>
          </a:stretch>
        </p:blipFill>
        <p:spPr>
          <a:xfrm>
            <a:off x="3897511" y="1620838"/>
            <a:ext cx="4241595" cy="4241595"/>
          </a:xfrm>
          <a:prstGeom prst="rect">
            <a:avLst/>
          </a:prstGeom>
          <a:effectLst>
            <a:outerShdw blurRad="50800" dist="38100" dir="10800000" algn="r"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50" y="-14287"/>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2605583" y="488950"/>
            <a:ext cx="3320724" cy="1038903"/>
          </a:xfrm>
        </p:spPr>
        <p:txBody>
          <a:bodyPr>
            <a:normAutofit/>
          </a:bodyPr>
          <a:lstStyle/>
          <a:p>
            <a:pPr algn="r"/>
            <a:r>
              <a:rPr lang="en-US" sz="2500" dirty="0"/>
              <a:t>Dataset Information</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23684" y="0"/>
            <a:ext cx="506016"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pic>
        <p:nvPicPr>
          <p:cNvPr id="4" name="Picture 3">
            <a:extLst>
              <a:ext uri="{FF2B5EF4-FFF2-40B4-BE49-F238E27FC236}">
                <a16:creationId xmlns:a16="http://schemas.microsoft.com/office/drawing/2014/main" id="{4275F227-8DD1-34F3-243C-EAA9ADA6D6FC}"/>
              </a:ext>
            </a:extLst>
          </p:cNvPr>
          <p:cNvPicPr>
            <a:picLocks noChangeAspect="1"/>
          </p:cNvPicPr>
          <p:nvPr/>
        </p:nvPicPr>
        <p:blipFill>
          <a:blip r:embed="rId2"/>
          <a:srcRect b="42089"/>
          <a:stretch>
            <a:fillRect/>
          </a:stretch>
        </p:blipFill>
        <p:spPr>
          <a:xfrm>
            <a:off x="6325302" y="1"/>
            <a:ext cx="2818698" cy="584616"/>
          </a:xfrm>
          <a:prstGeom prst="rect">
            <a:avLst/>
          </a:prstGeom>
        </p:spPr>
      </p:pic>
      <p:graphicFrame>
        <p:nvGraphicFramePr>
          <p:cNvPr id="40" name="Content Placeholder 39">
            <a:extLst>
              <a:ext uri="{FF2B5EF4-FFF2-40B4-BE49-F238E27FC236}">
                <a16:creationId xmlns:a16="http://schemas.microsoft.com/office/drawing/2014/main" id="{B409C561-CF28-2936-6C27-6A9E0A0AED5A}"/>
              </a:ext>
            </a:extLst>
          </p:cNvPr>
          <p:cNvGraphicFramePr>
            <a:graphicFrameLocks noGrp="1"/>
          </p:cNvGraphicFramePr>
          <p:nvPr>
            <p:ph idx="1"/>
            <p:extLst>
              <p:ext uri="{D42A27DB-BD31-4B8C-83A1-F6EECF244321}">
                <p14:modId xmlns:p14="http://schemas.microsoft.com/office/powerpoint/2010/main" val="931085542"/>
              </p:ext>
            </p:extLst>
          </p:nvPr>
        </p:nvGraphicFramePr>
        <p:xfrm>
          <a:off x="815590" y="1421793"/>
          <a:ext cx="7635730" cy="3911291"/>
        </p:xfrm>
        <a:graphic>
          <a:graphicData uri="http://schemas.openxmlformats.org/drawingml/2006/table">
            <a:tbl>
              <a:tblPr firstRow="1" bandRow="1">
                <a:tableStyleId>{7DF18680-E054-41AD-8BC1-D1AEF772440D}</a:tableStyleId>
              </a:tblPr>
              <a:tblGrid>
                <a:gridCol w="887166">
                  <a:extLst>
                    <a:ext uri="{9D8B030D-6E8A-4147-A177-3AD203B41FA5}">
                      <a16:colId xmlns:a16="http://schemas.microsoft.com/office/drawing/2014/main" val="447411520"/>
                    </a:ext>
                  </a:extLst>
                </a:gridCol>
                <a:gridCol w="961095">
                  <a:extLst>
                    <a:ext uri="{9D8B030D-6E8A-4147-A177-3AD203B41FA5}">
                      <a16:colId xmlns:a16="http://schemas.microsoft.com/office/drawing/2014/main" val="3578467883"/>
                    </a:ext>
                  </a:extLst>
                </a:gridCol>
                <a:gridCol w="616087">
                  <a:extLst>
                    <a:ext uri="{9D8B030D-6E8A-4147-A177-3AD203B41FA5}">
                      <a16:colId xmlns:a16="http://schemas.microsoft.com/office/drawing/2014/main" val="3207111198"/>
                    </a:ext>
                  </a:extLst>
                </a:gridCol>
                <a:gridCol w="896835">
                  <a:extLst>
                    <a:ext uri="{9D8B030D-6E8A-4147-A177-3AD203B41FA5}">
                      <a16:colId xmlns:a16="http://schemas.microsoft.com/office/drawing/2014/main" val="2522435639"/>
                    </a:ext>
                  </a:extLst>
                </a:gridCol>
                <a:gridCol w="870024">
                  <a:extLst>
                    <a:ext uri="{9D8B030D-6E8A-4147-A177-3AD203B41FA5}">
                      <a16:colId xmlns:a16="http://schemas.microsoft.com/office/drawing/2014/main" val="3063707388"/>
                    </a:ext>
                  </a:extLst>
                </a:gridCol>
                <a:gridCol w="1079151">
                  <a:extLst>
                    <a:ext uri="{9D8B030D-6E8A-4147-A177-3AD203B41FA5}">
                      <a16:colId xmlns:a16="http://schemas.microsoft.com/office/drawing/2014/main" val="1689468268"/>
                    </a:ext>
                  </a:extLst>
                </a:gridCol>
                <a:gridCol w="652853">
                  <a:extLst>
                    <a:ext uri="{9D8B030D-6E8A-4147-A177-3AD203B41FA5}">
                      <a16:colId xmlns:a16="http://schemas.microsoft.com/office/drawing/2014/main" val="1617417813"/>
                    </a:ext>
                  </a:extLst>
                </a:gridCol>
                <a:gridCol w="798973">
                  <a:extLst>
                    <a:ext uri="{9D8B030D-6E8A-4147-A177-3AD203B41FA5}">
                      <a16:colId xmlns:a16="http://schemas.microsoft.com/office/drawing/2014/main" val="2636292919"/>
                    </a:ext>
                  </a:extLst>
                </a:gridCol>
                <a:gridCol w="873546">
                  <a:extLst>
                    <a:ext uri="{9D8B030D-6E8A-4147-A177-3AD203B41FA5}">
                      <a16:colId xmlns:a16="http://schemas.microsoft.com/office/drawing/2014/main" val="2595928423"/>
                    </a:ext>
                  </a:extLst>
                </a:gridCol>
              </a:tblGrid>
              <a:tr h="474707">
                <a:tc>
                  <a:txBody>
                    <a:bodyPr/>
                    <a:lstStyle/>
                    <a:p>
                      <a:pPr algn="l" fontAlgn="b">
                        <a:buNone/>
                      </a:pPr>
                      <a:r>
                        <a:rPr lang="en-IN" sz="1100" b="0" u="none" strike="noStrike" dirty="0" err="1">
                          <a:solidFill>
                            <a:srgbClr val="000000"/>
                          </a:solidFill>
                          <a:effectLst/>
                        </a:rPr>
                        <a:t>User_ID</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dirty="0">
                          <a:solidFill>
                            <a:srgbClr val="000000"/>
                          </a:solidFill>
                          <a:effectLst/>
                        </a:rPr>
                        <a:t>Date</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Screen Time Hours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App Usage Hours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Data Consumption MB</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Calls Minutes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dirty="0">
                          <a:solidFill>
                            <a:srgbClr val="000000"/>
                          </a:solidFill>
                          <a:effectLst/>
                        </a:rPr>
                        <a:t>Messages Count</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Battery Usage Percent</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30576762"/>
                  </a:ext>
                </a:extLst>
              </a:tr>
              <a:tr h="343531">
                <a:tc>
                  <a:txBody>
                    <a:bodyPr/>
                    <a:lstStyle/>
                    <a:p>
                      <a:pPr algn="l" fontAlgn="b">
                        <a:buNone/>
                      </a:pPr>
                      <a:r>
                        <a:rPr lang="en-IN" sz="1100" b="0" u="none" strike="noStrike">
                          <a:solidFill>
                            <a:srgbClr val="000000"/>
                          </a:solidFill>
                          <a:effectLst/>
                        </a:rPr>
                        <a:t>U1001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01-02-2026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Sunday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4.5</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3.3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1695</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166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33</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42632576"/>
                  </a:ext>
                </a:extLst>
              </a:tr>
              <a:tr h="343531">
                <a:tc>
                  <a:txBody>
                    <a:bodyPr/>
                    <a:lstStyle/>
                    <a:p>
                      <a:pPr algn="l" fontAlgn="b">
                        <a:buNone/>
                      </a:pPr>
                      <a:r>
                        <a:rPr lang="en-IN" sz="1100" b="0" u="none" strike="noStrike">
                          <a:solidFill>
                            <a:srgbClr val="000000"/>
                          </a:solidFill>
                          <a:effectLst/>
                        </a:rPr>
                        <a:t>U1002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02-02-2026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Monday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4.7</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3.1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2825</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51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106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58</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41569950"/>
                  </a:ext>
                </a:extLst>
              </a:tr>
              <a:tr h="343531">
                <a:tc>
                  <a:txBody>
                    <a:bodyPr/>
                    <a:lstStyle/>
                    <a:p>
                      <a:pPr algn="l" fontAlgn="b">
                        <a:buNone/>
                      </a:pPr>
                      <a:r>
                        <a:rPr lang="en-IN" sz="1100" b="0" u="none" strike="noStrike">
                          <a:solidFill>
                            <a:srgbClr val="000000"/>
                          </a:solidFill>
                          <a:effectLst/>
                        </a:rPr>
                        <a:t>U1003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03-02-2026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Tuesday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7.1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4.5</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2482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118</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81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61</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84974010"/>
                  </a:ext>
                </a:extLst>
              </a:tr>
              <a:tr h="343531">
                <a:tc>
                  <a:txBody>
                    <a:bodyPr/>
                    <a:lstStyle/>
                    <a:p>
                      <a:pPr algn="l" fontAlgn="b">
                        <a:buNone/>
                      </a:pPr>
                      <a:r>
                        <a:rPr lang="en-IN" sz="1100" b="0" u="none" strike="noStrike">
                          <a:solidFill>
                            <a:srgbClr val="000000"/>
                          </a:solidFill>
                          <a:effectLst/>
                        </a:rPr>
                        <a:t>U1004</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04-02-2026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Wednesday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7.6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1.5</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2331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122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78</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80204653"/>
                  </a:ext>
                </a:extLst>
              </a:tr>
              <a:tr h="343531">
                <a:tc>
                  <a:txBody>
                    <a:bodyPr/>
                    <a:lstStyle/>
                    <a:p>
                      <a:pPr algn="l" fontAlgn="b">
                        <a:buNone/>
                      </a:pPr>
                      <a:r>
                        <a:rPr lang="en-IN" sz="1100" b="0" u="none" strike="noStrike">
                          <a:solidFill>
                            <a:srgbClr val="000000"/>
                          </a:solidFill>
                          <a:effectLst/>
                        </a:rPr>
                        <a:t>U1005</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05-02-2026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Thursday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6.8</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2592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116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160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56</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1777645"/>
                  </a:ext>
                </a:extLst>
              </a:tr>
              <a:tr h="343531">
                <a:tc>
                  <a:txBody>
                    <a:bodyPr/>
                    <a:lstStyle/>
                    <a:p>
                      <a:pPr algn="l" fontAlgn="b">
                        <a:buNone/>
                      </a:pPr>
                      <a:r>
                        <a:rPr lang="en-IN" sz="1100" b="0" u="none" strike="noStrike">
                          <a:solidFill>
                            <a:srgbClr val="000000"/>
                          </a:solidFill>
                          <a:effectLst/>
                        </a:rPr>
                        <a:t>U1006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06-02-2026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Friday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6.4</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2332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116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48</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65166594"/>
                  </a:ext>
                </a:extLst>
              </a:tr>
              <a:tr h="343531">
                <a:tc>
                  <a:txBody>
                    <a:bodyPr/>
                    <a:lstStyle/>
                    <a:p>
                      <a:pPr algn="l" fontAlgn="b">
                        <a:buNone/>
                      </a:pPr>
                      <a:r>
                        <a:rPr lang="en-IN" sz="1100" b="0" u="none" strike="noStrike">
                          <a:solidFill>
                            <a:srgbClr val="000000"/>
                          </a:solidFill>
                          <a:effectLst/>
                        </a:rPr>
                        <a:t>U1007</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07-02-2026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Saturday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4.4</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1120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162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58</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87506429"/>
                  </a:ext>
                </a:extLst>
              </a:tr>
              <a:tr h="343531">
                <a:tc>
                  <a:txBody>
                    <a:bodyPr/>
                    <a:lstStyle/>
                    <a:p>
                      <a:pPr algn="l" fontAlgn="b">
                        <a:buNone/>
                      </a:pPr>
                      <a:r>
                        <a:rPr lang="en-IN" sz="1100" b="0" u="none" strike="noStrike">
                          <a:solidFill>
                            <a:srgbClr val="000000"/>
                          </a:solidFill>
                          <a:effectLst/>
                        </a:rPr>
                        <a:t>U1008</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08-02-2026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Sunday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6.8</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1590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28</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88</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80</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05041914"/>
                  </a:ext>
                </a:extLst>
              </a:tr>
              <a:tr h="343531">
                <a:tc>
                  <a:txBody>
                    <a:bodyPr/>
                    <a:lstStyle/>
                    <a:p>
                      <a:pPr algn="l" fontAlgn="b">
                        <a:buNone/>
                      </a:pPr>
                      <a:r>
                        <a:rPr lang="en-IN" sz="1100" b="0" u="none" strike="noStrike">
                          <a:solidFill>
                            <a:srgbClr val="000000"/>
                          </a:solidFill>
                          <a:effectLst/>
                        </a:rPr>
                        <a:t>U1009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09-02-2026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Monday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2.7</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2.7</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2043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31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60</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18701652"/>
                  </a:ext>
                </a:extLst>
              </a:tr>
              <a:tr h="343531">
                <a:tc>
                  <a:txBody>
                    <a:bodyPr/>
                    <a:lstStyle/>
                    <a:p>
                      <a:pPr algn="l" fontAlgn="b">
                        <a:buNone/>
                      </a:pPr>
                      <a:r>
                        <a:rPr lang="en-IN" sz="1100" b="0" u="none" strike="noStrike">
                          <a:solidFill>
                            <a:srgbClr val="000000"/>
                          </a:solidFill>
                          <a:effectLst/>
                        </a:rPr>
                        <a:t>U1010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10-02-2026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1100" b="0" u="none" strike="noStrike">
                          <a:solidFill>
                            <a:srgbClr val="000000"/>
                          </a:solidFill>
                          <a:effectLst/>
                        </a:rPr>
                        <a:t>Tuesday</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4.2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783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63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a:solidFill>
                            <a:srgbClr val="000000"/>
                          </a:solidFill>
                          <a:effectLst/>
                        </a:rPr>
                        <a:t>95</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1100" b="0" u="none" strike="noStrike" dirty="0">
                          <a:solidFill>
                            <a:srgbClr val="000000"/>
                          </a:solidFill>
                          <a:effectLst/>
                        </a:rPr>
                        <a:t>46</a:t>
                      </a:r>
                      <a:endParaRPr lang="en-IN"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2646083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50" y="-14287"/>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856059" y="1082673"/>
            <a:ext cx="2152062" cy="4708528"/>
          </a:xfrm>
        </p:spPr>
        <p:txBody>
          <a:bodyPr>
            <a:normAutofit/>
          </a:bodyPr>
          <a:lstStyle/>
          <a:p>
            <a:pPr algn="r"/>
            <a:r>
              <a:rPr lang="en-US" sz="2200"/>
              <a:t>Tools &amp; Technologies Used</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73322" y="1082673"/>
            <a:ext cx="4313428" cy="4708528"/>
          </a:xfrm>
        </p:spPr>
        <p:txBody>
          <a:bodyPr anchor="ctr">
            <a:normAutofit/>
          </a:bodyPr>
          <a:lstStyle/>
          <a:p>
            <a:r>
              <a:rPr lang="en-IN" sz="1600" dirty="0"/>
              <a:t>Python</a:t>
            </a:r>
          </a:p>
          <a:p>
            <a:r>
              <a:rPr lang="en-IN" sz="1600" dirty="0"/>
              <a:t>Pandas</a:t>
            </a:r>
          </a:p>
          <a:p>
            <a:r>
              <a:rPr lang="en-IN" sz="1600" dirty="0"/>
              <a:t>Matplotlib</a:t>
            </a:r>
          </a:p>
          <a:p>
            <a:r>
              <a:rPr lang="en-IN" sz="1600" dirty="0"/>
              <a:t>CSV Dataset</a:t>
            </a:r>
          </a:p>
          <a:p>
            <a:r>
              <a:rPr lang="en-IN" sz="1600" dirty="0"/>
              <a:t>Google </a:t>
            </a:r>
            <a:r>
              <a:rPr lang="en-IN" sz="1600" dirty="0" err="1"/>
              <a:t>Colab</a:t>
            </a:r>
            <a:endParaRPr lang="en-IN" sz="1600" dirty="0"/>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23684" y="0"/>
            <a:ext cx="506016"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pic>
        <p:nvPicPr>
          <p:cNvPr id="4" name="Picture 3">
            <a:extLst>
              <a:ext uri="{FF2B5EF4-FFF2-40B4-BE49-F238E27FC236}">
                <a16:creationId xmlns:a16="http://schemas.microsoft.com/office/drawing/2014/main" id="{146811E4-8782-20ED-9B34-852BECCFA08F}"/>
              </a:ext>
            </a:extLst>
          </p:cNvPr>
          <p:cNvPicPr>
            <a:picLocks noChangeAspect="1"/>
          </p:cNvPicPr>
          <p:nvPr/>
        </p:nvPicPr>
        <p:blipFill>
          <a:blip r:embed="rId2"/>
          <a:srcRect b="42089"/>
          <a:stretch>
            <a:fillRect/>
          </a:stretch>
        </p:blipFill>
        <p:spPr>
          <a:xfrm>
            <a:off x="6325302" y="1"/>
            <a:ext cx="2818698" cy="584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BFC6473-34B3-0D9C-FA57-C2881B4DA9D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1375F2-60B1-44ED-B60A-019C4BD5A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D5694591-5891-81D4-5C01-43472498D48A}"/>
              </a:ext>
            </a:extLst>
          </p:cNvPr>
          <p:cNvSpPr>
            <a:spLocks noGrp="1"/>
          </p:cNvSpPr>
          <p:nvPr>
            <p:ph type="title"/>
          </p:nvPr>
        </p:nvSpPr>
        <p:spPr>
          <a:xfrm>
            <a:off x="856059" y="131307"/>
            <a:ext cx="7429499" cy="1478570"/>
          </a:xfrm>
        </p:spPr>
        <p:txBody>
          <a:bodyPr>
            <a:normAutofit/>
          </a:bodyPr>
          <a:lstStyle/>
          <a:p>
            <a:r>
              <a:rPr lang="en-US" dirty="0"/>
              <a:t>Code</a:t>
            </a:r>
          </a:p>
        </p:txBody>
      </p:sp>
      <p:sp>
        <p:nvSpPr>
          <p:cNvPr id="3" name="Content Placeholder 2">
            <a:extLst>
              <a:ext uri="{FF2B5EF4-FFF2-40B4-BE49-F238E27FC236}">
                <a16:creationId xmlns:a16="http://schemas.microsoft.com/office/drawing/2014/main" id="{216B5DB6-1A33-8EC0-6AF1-607A5B3C7984}"/>
              </a:ext>
            </a:extLst>
          </p:cNvPr>
          <p:cNvSpPr>
            <a:spLocks noGrp="1"/>
          </p:cNvSpPr>
          <p:nvPr>
            <p:ph idx="1"/>
          </p:nvPr>
        </p:nvSpPr>
        <p:spPr>
          <a:xfrm>
            <a:off x="620319" y="1149806"/>
            <a:ext cx="4006428" cy="1353833"/>
          </a:xfrm>
        </p:spPr>
        <p:txBody>
          <a:bodyPr>
            <a:noAutofit/>
          </a:bodyPr>
          <a:lstStyle/>
          <a:p>
            <a:pPr marL="0" indent="0">
              <a:spcBef>
                <a:spcPts val="0"/>
              </a:spcBef>
              <a:buNone/>
            </a:pPr>
            <a:r>
              <a:rPr lang="en-IN" sz="1800" dirty="0" err="1"/>
              <a:t>plt.figure</a:t>
            </a:r>
            <a:r>
              <a:rPr lang="en-IN" sz="1800" dirty="0"/>
              <a:t>(</a:t>
            </a:r>
            <a:r>
              <a:rPr lang="en-IN" sz="1800" dirty="0" err="1"/>
              <a:t>figsize</a:t>
            </a:r>
            <a:r>
              <a:rPr lang="en-IN" sz="1800" dirty="0"/>
              <a:t>=(6,6))</a:t>
            </a:r>
          </a:p>
          <a:p>
            <a:pPr marL="0" indent="0">
              <a:spcBef>
                <a:spcPts val="0"/>
              </a:spcBef>
              <a:buNone/>
            </a:pPr>
            <a:r>
              <a:rPr lang="en-IN" sz="1800" dirty="0" err="1"/>
              <a:t>plt.pie</a:t>
            </a:r>
            <a:r>
              <a:rPr lang="en-IN" sz="1800" dirty="0"/>
              <a:t>([</a:t>
            </a:r>
            <a:r>
              <a:rPr lang="en-IN" sz="1800" dirty="0" err="1"/>
              <a:t>total_screen</a:t>
            </a:r>
            <a:r>
              <a:rPr lang="en-IN" sz="1800" dirty="0"/>
              <a:t>, </a:t>
            </a:r>
            <a:r>
              <a:rPr lang="en-IN" sz="1800" dirty="0" err="1"/>
              <a:t>total_app</a:t>
            </a:r>
            <a:r>
              <a:rPr lang="en-IN" sz="1800" dirty="0"/>
              <a:t>],       </a:t>
            </a:r>
          </a:p>
          <a:p>
            <a:pPr marL="0" indent="0">
              <a:spcBef>
                <a:spcPts val="0"/>
              </a:spcBef>
              <a:buNone/>
            </a:pPr>
            <a:r>
              <a:rPr lang="en-IN" sz="1800" dirty="0"/>
              <a:t> labels=["Screen Time", "App Usage"],        </a:t>
            </a:r>
            <a:r>
              <a:rPr lang="en-IN" sz="1800" dirty="0" err="1"/>
              <a:t>autopct</a:t>
            </a:r>
            <a:r>
              <a:rPr lang="en-IN" sz="1800" dirty="0"/>
              <a:t>="%1.1f%%")</a:t>
            </a:r>
          </a:p>
          <a:p>
            <a:pPr marL="0" indent="0">
              <a:spcBef>
                <a:spcPts val="0"/>
              </a:spcBef>
              <a:buNone/>
            </a:pPr>
            <a:r>
              <a:rPr lang="en-IN" sz="1800" dirty="0" err="1"/>
              <a:t>plt.title</a:t>
            </a:r>
            <a:r>
              <a:rPr lang="en-IN" sz="1800" dirty="0"/>
              <a:t>("Screen Time vs App Usage")</a:t>
            </a:r>
            <a:r>
              <a:rPr lang="en-IN" sz="1800" dirty="0" err="1"/>
              <a:t>plt.show</a:t>
            </a:r>
            <a:r>
              <a:rPr lang="en-IN" sz="1800" dirty="0"/>
              <a:t>()</a:t>
            </a:r>
            <a:endParaRPr lang="en-US" sz="1800" dirty="0"/>
          </a:p>
        </p:txBody>
      </p:sp>
      <p:grpSp>
        <p:nvGrpSpPr>
          <p:cNvPr id="39" name="Group 38">
            <a:extLst>
              <a:ext uri="{FF2B5EF4-FFF2-40B4-BE49-F238E27FC236}">
                <a16:creationId xmlns:a16="http://schemas.microsoft.com/office/drawing/2014/main" id="{B485B3F6-654D-4842-A2DE-677D12FED4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23684" y="0"/>
            <a:ext cx="506016"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40" name="Freeform 32">
              <a:extLst>
                <a:ext uri="{FF2B5EF4-FFF2-40B4-BE49-F238E27FC236}">
                  <a16:creationId xmlns:a16="http://schemas.microsoft.com/office/drawing/2014/main" id="{BF4365F4-C63C-4FC2-907B-1F7D414B9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3">
              <a:extLst>
                <a:ext uri="{FF2B5EF4-FFF2-40B4-BE49-F238E27FC236}">
                  <a16:creationId xmlns:a16="http://schemas.microsoft.com/office/drawing/2014/main" id="{B0538225-01AB-41C4-9A02-FE1BD81D6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34">
              <a:extLst>
                <a:ext uri="{FF2B5EF4-FFF2-40B4-BE49-F238E27FC236}">
                  <a16:creationId xmlns:a16="http://schemas.microsoft.com/office/drawing/2014/main" id="{66942F07-D7CC-49EB-BF73-8B94D5F4FC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5">
              <a:extLst>
                <a:ext uri="{FF2B5EF4-FFF2-40B4-BE49-F238E27FC236}">
                  <a16:creationId xmlns:a16="http://schemas.microsoft.com/office/drawing/2014/main" id="{4D3CACE0-3AC7-4A9F-9A3F-1694ACCD4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6">
              <a:extLst>
                <a:ext uri="{FF2B5EF4-FFF2-40B4-BE49-F238E27FC236}">
                  <a16:creationId xmlns:a16="http://schemas.microsoft.com/office/drawing/2014/main" id="{19063B47-FBFB-4EA1-A3FB-BECE005F48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7">
              <a:extLst>
                <a:ext uri="{FF2B5EF4-FFF2-40B4-BE49-F238E27FC236}">
                  <a16:creationId xmlns:a16="http://schemas.microsoft.com/office/drawing/2014/main" id="{B856863B-C809-4C31-94D0-659A91851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8">
              <a:extLst>
                <a:ext uri="{FF2B5EF4-FFF2-40B4-BE49-F238E27FC236}">
                  <a16:creationId xmlns:a16="http://schemas.microsoft.com/office/drawing/2014/main" id="{298CB3D7-7373-4AC6-9E2C-4AFDDE2802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9">
              <a:extLst>
                <a:ext uri="{FF2B5EF4-FFF2-40B4-BE49-F238E27FC236}">
                  <a16:creationId xmlns:a16="http://schemas.microsoft.com/office/drawing/2014/main" id="{7DE09F1B-2326-4ED3-B63B-A30815DD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40">
              <a:extLst>
                <a:ext uri="{FF2B5EF4-FFF2-40B4-BE49-F238E27FC236}">
                  <a16:creationId xmlns:a16="http://schemas.microsoft.com/office/drawing/2014/main" id="{2498F244-3CE6-4D90-B5CF-5189DB17D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Rectangle 41">
              <a:extLst>
                <a:ext uri="{FF2B5EF4-FFF2-40B4-BE49-F238E27FC236}">
                  <a16:creationId xmlns:a16="http://schemas.microsoft.com/office/drawing/2014/main" id="{9A30DD13-FA10-4B9F-8B4D-97B7287B82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pic>
        <p:nvPicPr>
          <p:cNvPr id="4" name="Picture 3">
            <a:extLst>
              <a:ext uri="{FF2B5EF4-FFF2-40B4-BE49-F238E27FC236}">
                <a16:creationId xmlns:a16="http://schemas.microsoft.com/office/drawing/2014/main" id="{ACF0C807-904D-2BAF-A6B8-D4EFC09197DE}"/>
              </a:ext>
            </a:extLst>
          </p:cNvPr>
          <p:cNvPicPr>
            <a:picLocks noChangeAspect="1"/>
          </p:cNvPicPr>
          <p:nvPr/>
        </p:nvPicPr>
        <p:blipFill>
          <a:blip r:embed="rId2"/>
          <a:srcRect b="42089"/>
          <a:stretch>
            <a:fillRect/>
          </a:stretch>
        </p:blipFill>
        <p:spPr>
          <a:xfrm>
            <a:off x="6325302" y="1"/>
            <a:ext cx="2818698" cy="584616"/>
          </a:xfrm>
          <a:prstGeom prst="rect">
            <a:avLst/>
          </a:prstGeom>
        </p:spPr>
      </p:pic>
      <p:pic>
        <p:nvPicPr>
          <p:cNvPr id="6" name="Picture 5">
            <a:extLst>
              <a:ext uri="{FF2B5EF4-FFF2-40B4-BE49-F238E27FC236}">
                <a16:creationId xmlns:a16="http://schemas.microsoft.com/office/drawing/2014/main" id="{B30E08C4-83DE-1E89-A2CD-FAD7664CC0C3}"/>
              </a:ext>
            </a:extLst>
          </p:cNvPr>
          <p:cNvPicPr>
            <a:picLocks noChangeAspect="1"/>
          </p:cNvPicPr>
          <p:nvPr/>
        </p:nvPicPr>
        <p:blipFill>
          <a:blip r:embed="rId3"/>
          <a:stretch>
            <a:fillRect/>
          </a:stretch>
        </p:blipFill>
        <p:spPr>
          <a:xfrm>
            <a:off x="4617272" y="613848"/>
            <a:ext cx="2168153" cy="2271827"/>
          </a:xfrm>
          <a:prstGeom prst="rect">
            <a:avLst/>
          </a:prstGeom>
        </p:spPr>
      </p:pic>
      <p:sp>
        <p:nvSpPr>
          <p:cNvPr id="9" name="TextBox 8">
            <a:extLst>
              <a:ext uri="{FF2B5EF4-FFF2-40B4-BE49-F238E27FC236}">
                <a16:creationId xmlns:a16="http://schemas.microsoft.com/office/drawing/2014/main" id="{95CD3FFE-5511-F5BC-EB57-D0381E3BF7C9}"/>
              </a:ext>
            </a:extLst>
          </p:cNvPr>
          <p:cNvSpPr txBox="1"/>
          <p:nvPr/>
        </p:nvSpPr>
        <p:spPr>
          <a:xfrm>
            <a:off x="672713" y="3429000"/>
            <a:ext cx="4576864" cy="1754326"/>
          </a:xfrm>
          <a:prstGeom prst="rect">
            <a:avLst/>
          </a:prstGeom>
          <a:noFill/>
        </p:spPr>
        <p:txBody>
          <a:bodyPr wrap="square">
            <a:spAutoFit/>
          </a:bodyPr>
          <a:lstStyle/>
          <a:p>
            <a:r>
              <a:rPr lang="en-IN" dirty="0" err="1"/>
              <a:t>plt.figure</a:t>
            </a:r>
            <a:r>
              <a:rPr lang="en-IN" dirty="0"/>
              <a:t>(</a:t>
            </a:r>
            <a:r>
              <a:rPr lang="en-IN" dirty="0" err="1"/>
              <a:t>figsize</a:t>
            </a:r>
            <a:r>
              <a:rPr lang="en-IN" dirty="0"/>
              <a:t>=(8,5))</a:t>
            </a:r>
            <a:r>
              <a:rPr lang="en-IN" dirty="0" err="1"/>
              <a:t>plt.scatter</a:t>
            </a:r>
            <a:r>
              <a:rPr lang="en-IN" dirty="0"/>
              <a:t>(</a:t>
            </a:r>
          </a:p>
          <a:p>
            <a:r>
              <a:rPr lang="en-IN" dirty="0" err="1"/>
              <a:t>df</a:t>
            </a:r>
            <a:r>
              <a:rPr lang="en-IN" dirty="0"/>
              <a:t>["Screen Time Hours"], </a:t>
            </a:r>
          </a:p>
          <a:p>
            <a:r>
              <a:rPr lang="en-IN" dirty="0" err="1"/>
              <a:t>df</a:t>
            </a:r>
            <a:r>
              <a:rPr lang="en-IN" dirty="0"/>
              <a:t>["Data Consumption MB"])</a:t>
            </a:r>
            <a:r>
              <a:rPr lang="en-IN" dirty="0" err="1"/>
              <a:t>plt.title</a:t>
            </a:r>
            <a:r>
              <a:rPr lang="en-IN" dirty="0"/>
              <a:t>("Screen Time vs Data Usage")</a:t>
            </a:r>
          </a:p>
          <a:p>
            <a:r>
              <a:rPr lang="en-IN" dirty="0" err="1"/>
              <a:t>plt.xlabel</a:t>
            </a:r>
            <a:r>
              <a:rPr lang="en-IN" dirty="0"/>
              <a:t>("Screen Time (Hours)")</a:t>
            </a:r>
          </a:p>
          <a:p>
            <a:r>
              <a:rPr lang="en-IN" dirty="0" err="1"/>
              <a:t>plt.ylabel</a:t>
            </a:r>
            <a:r>
              <a:rPr lang="en-IN" dirty="0"/>
              <a:t>("Data Consumption (MB)")</a:t>
            </a:r>
            <a:r>
              <a:rPr lang="en-IN" dirty="0" err="1"/>
              <a:t>plt.show</a:t>
            </a:r>
            <a:r>
              <a:rPr lang="en-IN" dirty="0"/>
              <a:t>()</a:t>
            </a:r>
            <a:endParaRPr lang="en-US" dirty="0"/>
          </a:p>
        </p:txBody>
      </p:sp>
      <p:pic>
        <p:nvPicPr>
          <p:cNvPr id="50" name="Picture 49">
            <a:extLst>
              <a:ext uri="{FF2B5EF4-FFF2-40B4-BE49-F238E27FC236}">
                <a16:creationId xmlns:a16="http://schemas.microsoft.com/office/drawing/2014/main" id="{8D8B42BE-3276-41AE-DC5C-EA6165CC5E52}"/>
              </a:ext>
            </a:extLst>
          </p:cNvPr>
          <p:cNvPicPr>
            <a:picLocks noChangeAspect="1"/>
          </p:cNvPicPr>
          <p:nvPr/>
        </p:nvPicPr>
        <p:blipFill>
          <a:blip r:embed="rId4"/>
          <a:stretch>
            <a:fillRect/>
          </a:stretch>
        </p:blipFill>
        <p:spPr>
          <a:xfrm>
            <a:off x="5025528" y="3195537"/>
            <a:ext cx="3487440" cy="2641060"/>
          </a:xfrm>
          <a:prstGeom prst="rect">
            <a:avLst/>
          </a:prstGeom>
        </p:spPr>
      </p:pic>
    </p:spTree>
    <p:extLst>
      <p:ext uri="{BB962C8B-B14F-4D97-AF65-F5344CB8AC3E}">
        <p14:creationId xmlns:p14="http://schemas.microsoft.com/office/powerpoint/2010/main" val="849827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0DB3BAE-A11A-8F01-CB56-C4E60229ABA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B47DD3-DE5C-68B9-718D-77D047EB9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E7147F47-DD25-6563-BA64-A0F0CC2D7A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1" name="Rectangle 5">
              <a:extLst>
                <a:ext uri="{FF2B5EF4-FFF2-40B4-BE49-F238E27FC236}">
                  <a16:creationId xmlns:a16="http://schemas.microsoft.com/office/drawing/2014/main" id="{B60F1B81-7125-2BCE-12E6-604984B72B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088B64A1-ABFA-9C9D-56AA-DBD494F5E4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1D64D8BA-41C6-E224-ACC4-24BFDF51CD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6BBE9C78-96B3-78A1-94E0-DD335627D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231E5033-3183-33CA-6618-8F656CDA98D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82D69C74-7ADF-AA85-D0A4-202EDEDF3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6EC94406-1B09-E593-BE21-21B2617705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7E808717-2028-9B87-9FC8-EEEA121744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E6D3A0DB-5B14-7DE7-1854-23EB8761D9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B91756D7-4B8B-A29F-DA54-1E55CACC5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D7EC3C8A-F135-2305-1EEA-D0E031156C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60F374B3-EACC-9102-0898-69692107AC41}"/>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F75B30C4-6F4D-6C05-413D-70909CDDF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38EFE646-BEAE-3BF4-73AD-CF6B7D357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B17796DF-6BD9-3D0D-A4B4-EA485023A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42A31127-E7ED-0F70-2978-6E3A2001739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0DC3AD8C-5148-FF6C-05EA-B67ACEE3BCA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553A123-0CE2-74B8-A2FB-A12E0C6F07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8C119291-B6DB-3396-C4FD-6F6EF58975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53350B31-9A2B-9AAB-FDE5-48B5045C8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38481701-EDCA-816A-284C-D0DBA5C00F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C20FBF21-7840-9740-8031-88F546364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2D257F0B-B3D4-3781-F5BC-E35967AD1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F3CC3E35-89FD-E980-0AD3-1DF1B1D76C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F9AE1B4C-DF45-F7CC-C39F-7DB596BF46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C373BB02-9D14-2D9A-8143-362963323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E900BC90-1B38-046F-2893-C59AD70C89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1E8291C6-C36C-66AF-FCCC-6C3A4D21DD1E}"/>
              </a:ext>
            </a:extLst>
          </p:cNvPr>
          <p:cNvSpPr>
            <a:spLocks noGrp="1"/>
          </p:cNvSpPr>
          <p:nvPr>
            <p:ph type="title"/>
          </p:nvPr>
        </p:nvSpPr>
        <p:spPr>
          <a:xfrm>
            <a:off x="856059" y="131307"/>
            <a:ext cx="7429499" cy="1478570"/>
          </a:xfrm>
        </p:spPr>
        <p:txBody>
          <a:bodyPr>
            <a:normAutofit/>
          </a:bodyPr>
          <a:lstStyle/>
          <a:p>
            <a:r>
              <a:rPr lang="en-US" dirty="0"/>
              <a:t>Code</a:t>
            </a:r>
          </a:p>
        </p:txBody>
      </p:sp>
      <p:sp>
        <p:nvSpPr>
          <p:cNvPr id="3" name="Content Placeholder 2">
            <a:extLst>
              <a:ext uri="{FF2B5EF4-FFF2-40B4-BE49-F238E27FC236}">
                <a16:creationId xmlns:a16="http://schemas.microsoft.com/office/drawing/2014/main" id="{7335DAF8-78B2-FBAE-CCB0-20D88F1EBD2E}"/>
              </a:ext>
            </a:extLst>
          </p:cNvPr>
          <p:cNvSpPr>
            <a:spLocks noGrp="1"/>
          </p:cNvSpPr>
          <p:nvPr>
            <p:ph idx="1"/>
          </p:nvPr>
        </p:nvSpPr>
        <p:spPr>
          <a:xfrm>
            <a:off x="620319" y="1149806"/>
            <a:ext cx="6346280" cy="1353833"/>
          </a:xfrm>
        </p:spPr>
        <p:txBody>
          <a:bodyPr>
            <a:noAutofit/>
          </a:bodyPr>
          <a:lstStyle/>
          <a:p>
            <a:pPr marL="0" indent="0">
              <a:spcBef>
                <a:spcPts val="0"/>
              </a:spcBef>
              <a:buNone/>
            </a:pPr>
            <a:r>
              <a:rPr lang="en-IN" sz="1800" dirty="0" err="1"/>
              <a:t>plt.figure</a:t>
            </a:r>
            <a:r>
              <a:rPr lang="en-IN" sz="1800" dirty="0"/>
              <a:t>(</a:t>
            </a:r>
            <a:r>
              <a:rPr lang="en-IN" sz="1800" dirty="0" err="1"/>
              <a:t>figsize</a:t>
            </a:r>
            <a:r>
              <a:rPr lang="en-IN" sz="1800" dirty="0"/>
              <a:t>=(10,5))</a:t>
            </a:r>
            <a:r>
              <a:rPr lang="en-IN" sz="1800" dirty="0" err="1"/>
              <a:t>sns.lineplot</a:t>
            </a:r>
            <a:r>
              <a:rPr lang="en-IN" sz="1800" dirty="0"/>
              <a:t>(x="Date", y="App Usage Hours", data=</a:t>
            </a:r>
            <a:r>
              <a:rPr lang="en-IN" sz="1800" dirty="0" err="1"/>
              <a:t>df</a:t>
            </a:r>
            <a:r>
              <a:rPr lang="en-IN" sz="1800" dirty="0"/>
              <a:t>, marker="o")</a:t>
            </a:r>
          </a:p>
          <a:p>
            <a:pPr marL="0" indent="0">
              <a:spcBef>
                <a:spcPts val="0"/>
              </a:spcBef>
              <a:buNone/>
            </a:pPr>
            <a:r>
              <a:rPr lang="en-IN" sz="1800" dirty="0" err="1"/>
              <a:t>plt.title</a:t>
            </a:r>
            <a:r>
              <a:rPr lang="en-IN" sz="1800" dirty="0"/>
              <a:t>("Daily App Usage Trend")</a:t>
            </a:r>
          </a:p>
          <a:p>
            <a:pPr marL="0" indent="0">
              <a:spcBef>
                <a:spcPts val="0"/>
              </a:spcBef>
              <a:buNone/>
            </a:pPr>
            <a:r>
              <a:rPr lang="en-IN" sz="1800" dirty="0" err="1"/>
              <a:t>plt.xlabel</a:t>
            </a:r>
            <a:r>
              <a:rPr lang="en-IN" sz="1800" dirty="0"/>
              <a:t>("Date")</a:t>
            </a:r>
            <a:r>
              <a:rPr lang="en-IN" sz="1800" dirty="0" err="1"/>
              <a:t>plt.ylabel</a:t>
            </a:r>
            <a:r>
              <a:rPr lang="en-IN" sz="1800" dirty="0"/>
              <a:t>("App Usage (Hours)")</a:t>
            </a:r>
          </a:p>
          <a:p>
            <a:pPr marL="0" indent="0">
              <a:spcBef>
                <a:spcPts val="0"/>
              </a:spcBef>
              <a:buNone/>
            </a:pPr>
            <a:r>
              <a:rPr lang="en-IN" sz="1800" dirty="0" err="1"/>
              <a:t>plt.xticks</a:t>
            </a:r>
            <a:r>
              <a:rPr lang="en-IN" sz="1800" dirty="0"/>
              <a:t>(rotation=45)</a:t>
            </a:r>
            <a:r>
              <a:rPr lang="en-IN" sz="1800" dirty="0" err="1"/>
              <a:t>plt.tight_layout</a:t>
            </a:r>
            <a:r>
              <a:rPr lang="en-IN" sz="1800" dirty="0"/>
              <a:t>()</a:t>
            </a:r>
            <a:r>
              <a:rPr lang="en-IN" sz="1800" dirty="0" err="1"/>
              <a:t>plt.show</a:t>
            </a:r>
            <a:r>
              <a:rPr lang="en-IN" sz="1800" dirty="0"/>
              <a:t>()</a:t>
            </a:r>
            <a:endParaRPr lang="en-US" sz="1800" dirty="0"/>
          </a:p>
        </p:txBody>
      </p:sp>
      <p:grpSp>
        <p:nvGrpSpPr>
          <p:cNvPr id="39" name="Group 38">
            <a:extLst>
              <a:ext uri="{FF2B5EF4-FFF2-40B4-BE49-F238E27FC236}">
                <a16:creationId xmlns:a16="http://schemas.microsoft.com/office/drawing/2014/main" id="{D222D1C9-FE54-8FCE-F866-5C8A67B8E9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23684" y="0"/>
            <a:ext cx="506016"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40" name="Freeform 32">
              <a:extLst>
                <a:ext uri="{FF2B5EF4-FFF2-40B4-BE49-F238E27FC236}">
                  <a16:creationId xmlns:a16="http://schemas.microsoft.com/office/drawing/2014/main" id="{8722E4E3-A913-2CB6-6A63-F25CF45DE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1" name="Freeform 33">
              <a:extLst>
                <a:ext uri="{FF2B5EF4-FFF2-40B4-BE49-F238E27FC236}">
                  <a16:creationId xmlns:a16="http://schemas.microsoft.com/office/drawing/2014/main" id="{FB28EB64-ACB1-C272-B36A-7ACF9419CB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34">
              <a:extLst>
                <a:ext uri="{FF2B5EF4-FFF2-40B4-BE49-F238E27FC236}">
                  <a16:creationId xmlns:a16="http://schemas.microsoft.com/office/drawing/2014/main" id="{ABC3B82F-15DD-A3BB-F217-F6088CD09B4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5">
              <a:extLst>
                <a:ext uri="{FF2B5EF4-FFF2-40B4-BE49-F238E27FC236}">
                  <a16:creationId xmlns:a16="http://schemas.microsoft.com/office/drawing/2014/main" id="{6685A324-B994-D8F3-EFED-630EC8C8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36">
              <a:extLst>
                <a:ext uri="{FF2B5EF4-FFF2-40B4-BE49-F238E27FC236}">
                  <a16:creationId xmlns:a16="http://schemas.microsoft.com/office/drawing/2014/main" id="{300487A2-6F6A-CF39-2BED-2073577E6E7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37">
              <a:extLst>
                <a:ext uri="{FF2B5EF4-FFF2-40B4-BE49-F238E27FC236}">
                  <a16:creationId xmlns:a16="http://schemas.microsoft.com/office/drawing/2014/main" id="{FE763334-EE42-235B-1A79-2FF8E1181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38">
              <a:extLst>
                <a:ext uri="{FF2B5EF4-FFF2-40B4-BE49-F238E27FC236}">
                  <a16:creationId xmlns:a16="http://schemas.microsoft.com/office/drawing/2014/main" id="{6AAE6D4E-0B6B-A285-FFF6-D8BF63152A3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39">
              <a:extLst>
                <a:ext uri="{FF2B5EF4-FFF2-40B4-BE49-F238E27FC236}">
                  <a16:creationId xmlns:a16="http://schemas.microsoft.com/office/drawing/2014/main" id="{135022D3-6326-FDA7-D8E6-7FF2D8981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40">
              <a:extLst>
                <a:ext uri="{FF2B5EF4-FFF2-40B4-BE49-F238E27FC236}">
                  <a16:creationId xmlns:a16="http://schemas.microsoft.com/office/drawing/2014/main" id="{882238B9-ABAE-7158-6E19-B41DBDC5AF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Rectangle 41">
              <a:extLst>
                <a:ext uri="{FF2B5EF4-FFF2-40B4-BE49-F238E27FC236}">
                  <a16:creationId xmlns:a16="http://schemas.microsoft.com/office/drawing/2014/main" id="{7FD4B488-6AE7-DAE1-C971-84768748D97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grpSp>
      <p:pic>
        <p:nvPicPr>
          <p:cNvPr id="4" name="Picture 3">
            <a:extLst>
              <a:ext uri="{FF2B5EF4-FFF2-40B4-BE49-F238E27FC236}">
                <a16:creationId xmlns:a16="http://schemas.microsoft.com/office/drawing/2014/main" id="{8B5490CC-58CA-D570-1FF7-67221F8880F0}"/>
              </a:ext>
            </a:extLst>
          </p:cNvPr>
          <p:cNvPicPr>
            <a:picLocks noChangeAspect="1"/>
          </p:cNvPicPr>
          <p:nvPr/>
        </p:nvPicPr>
        <p:blipFill>
          <a:blip r:embed="rId2"/>
          <a:srcRect b="42089"/>
          <a:stretch>
            <a:fillRect/>
          </a:stretch>
        </p:blipFill>
        <p:spPr>
          <a:xfrm>
            <a:off x="6325302" y="1"/>
            <a:ext cx="2818698" cy="584616"/>
          </a:xfrm>
          <a:prstGeom prst="rect">
            <a:avLst/>
          </a:prstGeom>
        </p:spPr>
      </p:pic>
      <p:pic>
        <p:nvPicPr>
          <p:cNvPr id="6" name="Picture 5">
            <a:extLst>
              <a:ext uri="{FF2B5EF4-FFF2-40B4-BE49-F238E27FC236}">
                <a16:creationId xmlns:a16="http://schemas.microsoft.com/office/drawing/2014/main" id="{74DE032F-34EB-95B4-8713-23380D009CD8}"/>
              </a:ext>
            </a:extLst>
          </p:cNvPr>
          <p:cNvPicPr>
            <a:picLocks noChangeAspect="1"/>
          </p:cNvPicPr>
          <p:nvPr/>
        </p:nvPicPr>
        <p:blipFill>
          <a:blip r:embed="rId3"/>
          <a:srcRect/>
          <a:stretch/>
        </p:blipFill>
        <p:spPr>
          <a:xfrm>
            <a:off x="1580202" y="3706494"/>
            <a:ext cx="6543615" cy="2680337"/>
          </a:xfrm>
          <a:prstGeom prst="rect">
            <a:avLst/>
          </a:prstGeom>
        </p:spPr>
      </p:pic>
    </p:spTree>
    <p:extLst>
      <p:ext uri="{BB962C8B-B14F-4D97-AF65-F5344CB8AC3E}">
        <p14:creationId xmlns:p14="http://schemas.microsoft.com/office/powerpoint/2010/main" val="3282734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8281B-9196-D5EC-EA15-5EDDF0361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A1BF8-0182-BC83-70E3-90138A1F20C2}"/>
              </a:ext>
            </a:extLst>
          </p:cNvPr>
          <p:cNvSpPr>
            <a:spLocks noGrp="1"/>
          </p:cNvSpPr>
          <p:nvPr>
            <p:ph type="title"/>
          </p:nvPr>
        </p:nvSpPr>
        <p:spPr>
          <a:xfrm>
            <a:off x="933881" y="151591"/>
            <a:ext cx="7429499" cy="1478570"/>
          </a:xfrm>
        </p:spPr>
        <p:txBody>
          <a:bodyPr>
            <a:normAutofit/>
          </a:bodyPr>
          <a:lstStyle/>
          <a:p>
            <a:r>
              <a:rPr lang="en-US" dirty="0"/>
              <a:t>Output</a:t>
            </a:r>
          </a:p>
        </p:txBody>
      </p:sp>
      <p:pic>
        <p:nvPicPr>
          <p:cNvPr id="6" name="Content Placeholder 5">
            <a:extLst>
              <a:ext uri="{FF2B5EF4-FFF2-40B4-BE49-F238E27FC236}">
                <a16:creationId xmlns:a16="http://schemas.microsoft.com/office/drawing/2014/main" id="{BAA31562-7716-8CD2-5754-EFC0F8453204}"/>
              </a:ext>
            </a:extLst>
          </p:cNvPr>
          <p:cNvPicPr>
            <a:picLocks noGrp="1" noChangeAspect="1"/>
          </p:cNvPicPr>
          <p:nvPr>
            <p:ph idx="1"/>
          </p:nvPr>
        </p:nvPicPr>
        <p:blipFill>
          <a:blip r:embed="rId2"/>
          <a:stretch>
            <a:fillRect/>
          </a:stretch>
        </p:blipFill>
        <p:spPr>
          <a:xfrm>
            <a:off x="933881" y="1202072"/>
            <a:ext cx="4044299" cy="2518052"/>
          </a:xfrm>
          <a:prstGeom prst="rect">
            <a:avLst/>
          </a:prstGeom>
        </p:spPr>
      </p:pic>
      <p:pic>
        <p:nvPicPr>
          <p:cNvPr id="4" name="Picture 3">
            <a:extLst>
              <a:ext uri="{FF2B5EF4-FFF2-40B4-BE49-F238E27FC236}">
                <a16:creationId xmlns:a16="http://schemas.microsoft.com/office/drawing/2014/main" id="{46B0A6AA-9977-D4AC-5D7F-06733ACAD13F}"/>
              </a:ext>
            </a:extLst>
          </p:cNvPr>
          <p:cNvPicPr>
            <a:picLocks noChangeAspect="1"/>
          </p:cNvPicPr>
          <p:nvPr/>
        </p:nvPicPr>
        <p:blipFill>
          <a:blip r:embed="rId3"/>
          <a:srcRect b="42089"/>
          <a:stretch>
            <a:fillRect/>
          </a:stretch>
        </p:blipFill>
        <p:spPr>
          <a:xfrm>
            <a:off x="6325302" y="1"/>
            <a:ext cx="2818698" cy="584616"/>
          </a:xfrm>
          <a:prstGeom prst="rect">
            <a:avLst/>
          </a:prstGeom>
        </p:spPr>
      </p:pic>
      <p:pic>
        <p:nvPicPr>
          <p:cNvPr id="8" name="Picture 7">
            <a:extLst>
              <a:ext uri="{FF2B5EF4-FFF2-40B4-BE49-F238E27FC236}">
                <a16:creationId xmlns:a16="http://schemas.microsoft.com/office/drawing/2014/main" id="{60D04FC8-80DD-F567-4E24-60587D3DBA97}"/>
              </a:ext>
            </a:extLst>
          </p:cNvPr>
          <p:cNvPicPr>
            <a:picLocks noChangeAspect="1"/>
          </p:cNvPicPr>
          <p:nvPr/>
        </p:nvPicPr>
        <p:blipFill>
          <a:blip r:embed="rId4"/>
          <a:stretch>
            <a:fillRect/>
          </a:stretch>
        </p:blipFill>
        <p:spPr>
          <a:xfrm>
            <a:off x="1011702" y="4153507"/>
            <a:ext cx="4967400" cy="2461098"/>
          </a:xfrm>
          <a:prstGeom prst="rect">
            <a:avLst/>
          </a:prstGeom>
        </p:spPr>
      </p:pic>
      <p:pic>
        <p:nvPicPr>
          <p:cNvPr id="10" name="Picture 9">
            <a:extLst>
              <a:ext uri="{FF2B5EF4-FFF2-40B4-BE49-F238E27FC236}">
                <a16:creationId xmlns:a16="http://schemas.microsoft.com/office/drawing/2014/main" id="{9BCA7089-DC14-A3F3-CA82-9CD907502F4A}"/>
              </a:ext>
            </a:extLst>
          </p:cNvPr>
          <p:cNvPicPr>
            <a:picLocks noChangeAspect="1"/>
          </p:cNvPicPr>
          <p:nvPr/>
        </p:nvPicPr>
        <p:blipFill>
          <a:blip r:embed="rId5"/>
          <a:stretch>
            <a:fillRect/>
          </a:stretch>
        </p:blipFill>
        <p:spPr>
          <a:xfrm>
            <a:off x="5490649" y="908090"/>
            <a:ext cx="3043554" cy="3106015"/>
          </a:xfrm>
          <a:prstGeom prst="rect">
            <a:avLst/>
          </a:prstGeom>
        </p:spPr>
      </p:pic>
    </p:spTree>
    <p:extLst>
      <p:ext uri="{BB962C8B-B14F-4D97-AF65-F5344CB8AC3E}">
        <p14:creationId xmlns:p14="http://schemas.microsoft.com/office/powerpoint/2010/main" val="1762781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Faced</a:t>
            </a:r>
          </a:p>
        </p:txBody>
      </p:sp>
      <p:sp>
        <p:nvSpPr>
          <p:cNvPr id="3" name="Content Placeholder 2"/>
          <p:cNvSpPr>
            <a:spLocks noGrp="1"/>
          </p:cNvSpPr>
          <p:nvPr>
            <p:ph idx="1"/>
          </p:nvPr>
        </p:nvSpPr>
        <p:spPr/>
        <p:txBody>
          <a:bodyPr/>
          <a:lstStyle/>
          <a:p>
            <a:pPr marL="457200" indent="-457200">
              <a:buFont typeface="+mj-lt"/>
              <a:buAutoNum type="arabicPeriod"/>
            </a:pPr>
            <a:r>
              <a:rPr lang="en-US" dirty="0"/>
              <a:t>Handling the date format</a:t>
            </a:r>
          </a:p>
          <a:p>
            <a:pPr marL="457200" indent="-457200">
              <a:buFont typeface="+mj-lt"/>
              <a:buAutoNum type="arabicPeriod"/>
            </a:pPr>
            <a:r>
              <a:rPr lang="en-US" dirty="0"/>
              <a:t>Understanding some pandas functions</a:t>
            </a:r>
          </a:p>
          <a:p>
            <a:pPr marL="457200" indent="-457200">
              <a:buFont typeface="+mj-lt"/>
              <a:buAutoNum type="arabicPeriod"/>
            </a:pPr>
            <a:r>
              <a:rPr lang="en-US" dirty="0"/>
              <a:t>Creating clear visualizations</a:t>
            </a:r>
          </a:p>
          <a:p>
            <a:pPr marL="457200" indent="-457200">
              <a:buFont typeface="+mj-lt"/>
              <a:buAutoNum type="arabicPeriod"/>
            </a:pPr>
            <a:r>
              <a:rPr lang="en-US" dirty="0"/>
              <a:t>Interpreting the analysis results</a:t>
            </a:r>
          </a:p>
          <a:p>
            <a:pPr marL="457200" indent="-457200">
              <a:buFont typeface="+mj-lt"/>
              <a:buAutoNum type="arabicPeriod"/>
            </a:pPr>
            <a:r>
              <a:rPr lang="en-US" dirty="0"/>
              <a:t>Working with the dataset</a:t>
            </a:r>
          </a:p>
        </p:txBody>
      </p:sp>
      <p:pic>
        <p:nvPicPr>
          <p:cNvPr id="4" name="Picture 3">
            <a:extLst>
              <a:ext uri="{FF2B5EF4-FFF2-40B4-BE49-F238E27FC236}">
                <a16:creationId xmlns:a16="http://schemas.microsoft.com/office/drawing/2014/main" id="{B7DC3E3F-DE27-1009-E5AB-11E267AA1A20}"/>
              </a:ext>
            </a:extLst>
          </p:cNvPr>
          <p:cNvPicPr>
            <a:picLocks noChangeAspect="1"/>
          </p:cNvPicPr>
          <p:nvPr/>
        </p:nvPicPr>
        <p:blipFill>
          <a:blip r:embed="rId2"/>
          <a:srcRect b="42089"/>
          <a:stretch>
            <a:fillRect/>
          </a:stretch>
        </p:blipFill>
        <p:spPr>
          <a:xfrm>
            <a:off x="6325302" y="1"/>
            <a:ext cx="2818698" cy="584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856059" y="1743649"/>
            <a:ext cx="7429499" cy="3541714"/>
          </a:xfrm>
        </p:spPr>
        <p:txBody>
          <a:bodyPr/>
          <a:lstStyle/>
          <a:p>
            <a:pPr marL="0" indent="0">
              <a:buNone/>
            </a:pPr>
            <a:r>
              <a:rPr lang="en-US" dirty="0"/>
              <a:t>In this project, mobile usage data was analyzed to understand daily screen time, app usage, and internet consumption. Using Python with pandas and matplotlib, important values like average usage and the days with highest activity were identified. The graphs helped visualize the patterns clearly and made it easier to understand how mobile usage varies over time.</a:t>
            </a:r>
            <a:endParaRPr dirty="0"/>
          </a:p>
        </p:txBody>
      </p:sp>
      <p:pic>
        <p:nvPicPr>
          <p:cNvPr id="4" name="Picture 3">
            <a:extLst>
              <a:ext uri="{FF2B5EF4-FFF2-40B4-BE49-F238E27FC236}">
                <a16:creationId xmlns:a16="http://schemas.microsoft.com/office/drawing/2014/main" id="{65045173-EA97-D7A9-F85D-2DA75A7FCCDB}"/>
              </a:ext>
            </a:extLst>
          </p:cNvPr>
          <p:cNvPicPr>
            <a:picLocks noChangeAspect="1"/>
          </p:cNvPicPr>
          <p:nvPr/>
        </p:nvPicPr>
        <p:blipFill>
          <a:blip r:embed="rId2"/>
          <a:srcRect b="42089"/>
          <a:stretch>
            <a:fillRect/>
          </a:stretch>
        </p:blipFill>
        <p:spPr>
          <a:xfrm>
            <a:off x="6325302" y="1"/>
            <a:ext cx="2818698" cy="584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4261" y="1093787"/>
            <a:ext cx="2294977" cy="4697413"/>
          </a:xfrm>
        </p:spPr>
        <p:txBody>
          <a:bodyPr>
            <a:normAutofit/>
          </a:bodyPr>
          <a:lstStyle/>
          <a:p>
            <a:r>
              <a:rPr lang="en-US" sz="2500"/>
              <a:t>Future Improvements</a:t>
            </a:r>
          </a:p>
        </p:txBody>
      </p:sp>
      <p:sp>
        <p:nvSpPr>
          <p:cNvPr id="3" name="Content Placeholder 2"/>
          <p:cNvSpPr>
            <a:spLocks noGrp="1"/>
          </p:cNvSpPr>
          <p:nvPr>
            <p:ph idx="1"/>
          </p:nvPr>
        </p:nvSpPr>
        <p:spPr>
          <a:xfrm>
            <a:off x="3463047" y="1774725"/>
            <a:ext cx="4987881" cy="3487940"/>
          </a:xfrm>
        </p:spPr>
        <p:txBody>
          <a:bodyPr>
            <a:normAutofit/>
          </a:bodyPr>
          <a:lstStyle/>
          <a:p>
            <a:r>
              <a:rPr lang="en-US" dirty="0"/>
              <a:t>Larger and more detailed dataset</a:t>
            </a:r>
          </a:p>
          <a:p>
            <a:r>
              <a:rPr lang="en-US" dirty="0"/>
              <a:t>Handling missing or inconsistent data</a:t>
            </a:r>
          </a:p>
          <a:p>
            <a:r>
              <a:rPr lang="en-US" dirty="0"/>
              <a:t>Including app category usage</a:t>
            </a:r>
          </a:p>
          <a:p>
            <a:r>
              <a:rPr lang="en-US" dirty="0"/>
              <a:t>Weekly and monthly usage trend analysis</a:t>
            </a:r>
          </a:p>
          <a:p>
            <a:r>
              <a:rPr lang="en-US" dirty="0"/>
              <a:t>More advanced data visualizations</a:t>
            </a:r>
          </a:p>
        </p:txBody>
      </p:sp>
      <p:pic>
        <p:nvPicPr>
          <p:cNvPr id="4" name="Picture 3">
            <a:extLst>
              <a:ext uri="{FF2B5EF4-FFF2-40B4-BE49-F238E27FC236}">
                <a16:creationId xmlns:a16="http://schemas.microsoft.com/office/drawing/2014/main" id="{3894979A-884B-2EE2-12E1-F5CD5E12050B}"/>
              </a:ext>
            </a:extLst>
          </p:cNvPr>
          <p:cNvPicPr>
            <a:picLocks noChangeAspect="1"/>
          </p:cNvPicPr>
          <p:nvPr/>
        </p:nvPicPr>
        <p:blipFill>
          <a:blip r:embed="rId2"/>
          <a:srcRect b="42089"/>
          <a:stretch>
            <a:fillRect/>
          </a:stretch>
        </p:blipFill>
        <p:spPr>
          <a:xfrm>
            <a:off x="6325302" y="1"/>
            <a:ext cx="2818698" cy="584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678E285C-BE9E-45B7-A3EE-B9792DAE99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0"/>
            <a:ext cx="914400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AB86F577-8905-4B21-8AF3-C1BB343377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728807"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a:extLst>
                <a:ext uri="{FF2B5EF4-FFF2-40B4-BE49-F238E27FC236}">
                  <a16:creationId xmlns:a16="http://schemas.microsoft.com/office/drawing/2014/main" id="{D2F1CFF3-A579-4D24-B5F9-1C71BA6FE5E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3" name="Freeform 6">
              <a:extLst>
                <a:ext uri="{FF2B5EF4-FFF2-40B4-BE49-F238E27FC236}">
                  <a16:creationId xmlns:a16="http://schemas.microsoft.com/office/drawing/2014/main" id="{57601B50-7EB1-43FA-8360-4297BCD763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7">
              <a:extLst>
                <a:ext uri="{FF2B5EF4-FFF2-40B4-BE49-F238E27FC236}">
                  <a16:creationId xmlns:a16="http://schemas.microsoft.com/office/drawing/2014/main" id="{60BD8B7A-CD01-4638-A2C9-299AC68B9B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Rectangle 8">
              <a:extLst>
                <a:ext uri="{FF2B5EF4-FFF2-40B4-BE49-F238E27FC236}">
                  <a16:creationId xmlns:a16="http://schemas.microsoft.com/office/drawing/2014/main" id="{095B58F9-6C29-48BE-9DA6-3855080521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6" name="Freeform 9">
              <a:extLst>
                <a:ext uri="{FF2B5EF4-FFF2-40B4-BE49-F238E27FC236}">
                  <a16:creationId xmlns:a16="http://schemas.microsoft.com/office/drawing/2014/main" id="{0C84674F-2E8A-4B70-B801-00722CDD581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0">
              <a:extLst>
                <a:ext uri="{FF2B5EF4-FFF2-40B4-BE49-F238E27FC236}">
                  <a16:creationId xmlns:a16="http://schemas.microsoft.com/office/drawing/2014/main" id="{34F320BB-D6A9-45FE-8556-498B763B1E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1">
              <a:extLst>
                <a:ext uri="{FF2B5EF4-FFF2-40B4-BE49-F238E27FC236}">
                  <a16:creationId xmlns:a16="http://schemas.microsoft.com/office/drawing/2014/main" id="{5493D54A-532A-46ED-AF63-A0A54818EF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2">
              <a:extLst>
                <a:ext uri="{FF2B5EF4-FFF2-40B4-BE49-F238E27FC236}">
                  <a16:creationId xmlns:a16="http://schemas.microsoft.com/office/drawing/2014/main" id="{EAF2EDFA-9C0B-44E2-B4BB-312B58BCA8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3">
              <a:extLst>
                <a:ext uri="{FF2B5EF4-FFF2-40B4-BE49-F238E27FC236}">
                  <a16:creationId xmlns:a16="http://schemas.microsoft.com/office/drawing/2014/main" id="{A3641113-CE35-42A4-B605-41BC06BF4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4">
              <a:extLst>
                <a:ext uri="{FF2B5EF4-FFF2-40B4-BE49-F238E27FC236}">
                  <a16:creationId xmlns:a16="http://schemas.microsoft.com/office/drawing/2014/main" id="{DA2E5B2C-BAC4-4440-9B7E-F38783197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5">
              <a:extLst>
                <a:ext uri="{FF2B5EF4-FFF2-40B4-BE49-F238E27FC236}">
                  <a16:creationId xmlns:a16="http://schemas.microsoft.com/office/drawing/2014/main" id="{D8A506DF-2E53-42C9-94BE-B98E32E0578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6">
              <a:extLst>
                <a:ext uri="{FF2B5EF4-FFF2-40B4-BE49-F238E27FC236}">
                  <a16:creationId xmlns:a16="http://schemas.microsoft.com/office/drawing/2014/main" id="{12934FF8-5F70-40BF-BBB6-5EB941FB9B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7">
              <a:extLst>
                <a:ext uri="{FF2B5EF4-FFF2-40B4-BE49-F238E27FC236}">
                  <a16:creationId xmlns:a16="http://schemas.microsoft.com/office/drawing/2014/main" id="{8EB3FB08-D01D-4E24-BE40-C16269DF6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8">
              <a:extLst>
                <a:ext uri="{FF2B5EF4-FFF2-40B4-BE49-F238E27FC236}">
                  <a16:creationId xmlns:a16="http://schemas.microsoft.com/office/drawing/2014/main" id="{D24E50D7-2753-4169-AD51-C106DA1B7A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9">
              <a:extLst>
                <a:ext uri="{FF2B5EF4-FFF2-40B4-BE49-F238E27FC236}">
                  <a16:creationId xmlns:a16="http://schemas.microsoft.com/office/drawing/2014/main" id="{DF94B7E0-D9B6-4096-94D0-18D3AC0EF6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20">
              <a:extLst>
                <a:ext uri="{FF2B5EF4-FFF2-40B4-BE49-F238E27FC236}">
                  <a16:creationId xmlns:a16="http://schemas.microsoft.com/office/drawing/2014/main" id="{EBC05ADE-BBA2-4387-B005-3196E2E198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21">
              <a:extLst>
                <a:ext uri="{FF2B5EF4-FFF2-40B4-BE49-F238E27FC236}">
                  <a16:creationId xmlns:a16="http://schemas.microsoft.com/office/drawing/2014/main" id="{BBED1CEE-14D2-442F-AB08-401ABE3EFB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2">
              <a:extLst>
                <a:ext uri="{FF2B5EF4-FFF2-40B4-BE49-F238E27FC236}">
                  <a16:creationId xmlns:a16="http://schemas.microsoft.com/office/drawing/2014/main" id="{4F6574C0-78E8-49EA-84BC-EE9D55707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3">
              <a:extLst>
                <a:ext uri="{FF2B5EF4-FFF2-40B4-BE49-F238E27FC236}">
                  <a16:creationId xmlns:a16="http://schemas.microsoft.com/office/drawing/2014/main" id="{65BCDB0B-615E-4CA1-AFD5-6B121CB7CE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4">
              <a:extLst>
                <a:ext uri="{FF2B5EF4-FFF2-40B4-BE49-F238E27FC236}">
                  <a16:creationId xmlns:a16="http://schemas.microsoft.com/office/drawing/2014/main" id="{40627863-B7FC-44D1-9E53-E728FFF675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5">
              <a:extLst>
                <a:ext uri="{FF2B5EF4-FFF2-40B4-BE49-F238E27FC236}">
                  <a16:creationId xmlns:a16="http://schemas.microsoft.com/office/drawing/2014/main" id="{52FD6F8C-3AF1-487E-91F4-6E55146F1F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6">
              <a:extLst>
                <a:ext uri="{FF2B5EF4-FFF2-40B4-BE49-F238E27FC236}">
                  <a16:creationId xmlns:a16="http://schemas.microsoft.com/office/drawing/2014/main" id="{50323CF3-93CB-4E03-95C0-B180BB87A8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7">
              <a:extLst>
                <a:ext uri="{FF2B5EF4-FFF2-40B4-BE49-F238E27FC236}">
                  <a16:creationId xmlns:a16="http://schemas.microsoft.com/office/drawing/2014/main" id="{EB47D82F-CF1B-47E6-9FA2-F3A9C5F94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8">
              <a:extLst>
                <a:ext uri="{FF2B5EF4-FFF2-40B4-BE49-F238E27FC236}">
                  <a16:creationId xmlns:a16="http://schemas.microsoft.com/office/drawing/2014/main" id="{0606708F-F2D4-4678-8ED2-39041BC64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9">
              <a:extLst>
                <a:ext uri="{FF2B5EF4-FFF2-40B4-BE49-F238E27FC236}">
                  <a16:creationId xmlns:a16="http://schemas.microsoft.com/office/drawing/2014/main" id="{D7EB95B4-15E4-433D-B36F-21FF341AD9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0">
              <a:extLst>
                <a:ext uri="{FF2B5EF4-FFF2-40B4-BE49-F238E27FC236}">
                  <a16:creationId xmlns:a16="http://schemas.microsoft.com/office/drawing/2014/main" id="{500A541B-4C75-497C-A489-097ED29964F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31">
              <a:extLst>
                <a:ext uri="{FF2B5EF4-FFF2-40B4-BE49-F238E27FC236}">
                  <a16:creationId xmlns:a16="http://schemas.microsoft.com/office/drawing/2014/main" id="{5789326F-12A4-48B8-B0ED-A6A2AE0C2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32">
              <a:extLst>
                <a:ext uri="{FF2B5EF4-FFF2-40B4-BE49-F238E27FC236}">
                  <a16:creationId xmlns:a16="http://schemas.microsoft.com/office/drawing/2014/main" id="{25FA672E-2B65-477F-AA75-6261CE652F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Rectangle 33">
              <a:extLst>
                <a:ext uri="{FF2B5EF4-FFF2-40B4-BE49-F238E27FC236}">
                  <a16:creationId xmlns:a16="http://schemas.microsoft.com/office/drawing/2014/main" id="{BB09AF8D-E68B-499C-B9F5-2F365813D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1" name="Freeform 34">
              <a:extLst>
                <a:ext uri="{FF2B5EF4-FFF2-40B4-BE49-F238E27FC236}">
                  <a16:creationId xmlns:a16="http://schemas.microsoft.com/office/drawing/2014/main" id="{7991AEAD-B5F3-47BA-9F1B-86C16A84AD3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35">
              <a:extLst>
                <a:ext uri="{FF2B5EF4-FFF2-40B4-BE49-F238E27FC236}">
                  <a16:creationId xmlns:a16="http://schemas.microsoft.com/office/drawing/2014/main" id="{19A85F58-4C3A-4388-B55C-2329EEAEC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6">
              <a:extLst>
                <a:ext uri="{FF2B5EF4-FFF2-40B4-BE49-F238E27FC236}">
                  <a16:creationId xmlns:a16="http://schemas.microsoft.com/office/drawing/2014/main" id="{05652F38-94D9-41B7-A699-7E8F0C78D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7">
              <a:extLst>
                <a:ext uri="{FF2B5EF4-FFF2-40B4-BE49-F238E27FC236}">
                  <a16:creationId xmlns:a16="http://schemas.microsoft.com/office/drawing/2014/main" id="{3C043852-C250-4518-BB89-C91A34917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8">
              <a:extLst>
                <a:ext uri="{FF2B5EF4-FFF2-40B4-BE49-F238E27FC236}">
                  <a16:creationId xmlns:a16="http://schemas.microsoft.com/office/drawing/2014/main" id="{0CAB9A07-ECF2-416C-8528-F75DACB138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9">
              <a:extLst>
                <a:ext uri="{FF2B5EF4-FFF2-40B4-BE49-F238E27FC236}">
                  <a16:creationId xmlns:a16="http://schemas.microsoft.com/office/drawing/2014/main" id="{904A314C-A829-4AA6-92E2-529BCCF95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40">
              <a:extLst>
                <a:ext uri="{FF2B5EF4-FFF2-40B4-BE49-F238E27FC236}">
                  <a16:creationId xmlns:a16="http://schemas.microsoft.com/office/drawing/2014/main" id="{244EE6BA-4569-43ED-9E2E-1FB66201B7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41">
              <a:extLst>
                <a:ext uri="{FF2B5EF4-FFF2-40B4-BE49-F238E27FC236}">
                  <a16:creationId xmlns:a16="http://schemas.microsoft.com/office/drawing/2014/main" id="{BEB8252E-FB2A-4BB5-BEC6-CA10FF6F7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42">
              <a:extLst>
                <a:ext uri="{FF2B5EF4-FFF2-40B4-BE49-F238E27FC236}">
                  <a16:creationId xmlns:a16="http://schemas.microsoft.com/office/drawing/2014/main" id="{91414711-C3A4-4E96-854A-DDDEB2F2E3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3">
              <a:extLst>
                <a:ext uri="{FF2B5EF4-FFF2-40B4-BE49-F238E27FC236}">
                  <a16:creationId xmlns:a16="http://schemas.microsoft.com/office/drawing/2014/main" id="{86815BA8-3055-4B42-98C3-4202FD92E0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44">
              <a:extLst>
                <a:ext uri="{FF2B5EF4-FFF2-40B4-BE49-F238E27FC236}">
                  <a16:creationId xmlns:a16="http://schemas.microsoft.com/office/drawing/2014/main" id="{44457813-E991-44AE-9A83-B7488D1F36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2" name="Rectangle 45">
              <a:extLst>
                <a:ext uri="{FF2B5EF4-FFF2-40B4-BE49-F238E27FC236}">
                  <a16:creationId xmlns:a16="http://schemas.microsoft.com/office/drawing/2014/main" id="{8CE1CF47-A73F-4560-8835-AE1DC51E5C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3" name="Freeform 46">
              <a:extLst>
                <a:ext uri="{FF2B5EF4-FFF2-40B4-BE49-F238E27FC236}">
                  <a16:creationId xmlns:a16="http://schemas.microsoft.com/office/drawing/2014/main" id="{C2A935E4-AACC-4CB9-995E-D28617887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Freeform 47">
              <a:extLst>
                <a:ext uri="{FF2B5EF4-FFF2-40B4-BE49-F238E27FC236}">
                  <a16:creationId xmlns:a16="http://schemas.microsoft.com/office/drawing/2014/main" id="{93B5B778-8ACB-4004-932D-BD95997BAEF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48">
              <a:extLst>
                <a:ext uri="{FF2B5EF4-FFF2-40B4-BE49-F238E27FC236}">
                  <a16:creationId xmlns:a16="http://schemas.microsoft.com/office/drawing/2014/main" id="{1434AF34-0919-40AD-84B1-446D4FF2D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49">
              <a:extLst>
                <a:ext uri="{FF2B5EF4-FFF2-40B4-BE49-F238E27FC236}">
                  <a16:creationId xmlns:a16="http://schemas.microsoft.com/office/drawing/2014/main" id="{29546CF3-6DDD-4073-AB7F-C6E722257A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50">
              <a:extLst>
                <a:ext uri="{FF2B5EF4-FFF2-40B4-BE49-F238E27FC236}">
                  <a16:creationId xmlns:a16="http://schemas.microsoft.com/office/drawing/2014/main" id="{289D46AB-128A-477F-B6C9-F40F115D6CE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51">
              <a:extLst>
                <a:ext uri="{FF2B5EF4-FFF2-40B4-BE49-F238E27FC236}">
                  <a16:creationId xmlns:a16="http://schemas.microsoft.com/office/drawing/2014/main" id="{A7DA7E67-3368-44AD-AACD-EB64AE348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Freeform 52">
              <a:extLst>
                <a:ext uri="{FF2B5EF4-FFF2-40B4-BE49-F238E27FC236}">
                  <a16:creationId xmlns:a16="http://schemas.microsoft.com/office/drawing/2014/main" id="{78BB1152-AB85-4AD8-BBA1-07CEA1F508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53">
              <a:extLst>
                <a:ext uri="{FF2B5EF4-FFF2-40B4-BE49-F238E27FC236}">
                  <a16:creationId xmlns:a16="http://schemas.microsoft.com/office/drawing/2014/main" id="{A982E7F2-DD68-4093-B9C5-3E42B475AB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54">
              <a:extLst>
                <a:ext uri="{FF2B5EF4-FFF2-40B4-BE49-F238E27FC236}">
                  <a16:creationId xmlns:a16="http://schemas.microsoft.com/office/drawing/2014/main" id="{A682E224-4CD6-420B-897A-B23D50B82E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55">
              <a:extLst>
                <a:ext uri="{FF2B5EF4-FFF2-40B4-BE49-F238E27FC236}">
                  <a16:creationId xmlns:a16="http://schemas.microsoft.com/office/drawing/2014/main" id="{31B90F10-06CD-480E-8D35-6E0FFFB894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56">
              <a:extLst>
                <a:ext uri="{FF2B5EF4-FFF2-40B4-BE49-F238E27FC236}">
                  <a16:creationId xmlns:a16="http://schemas.microsoft.com/office/drawing/2014/main" id="{7BC977DB-69B0-4D8D-B77C-E1127EC417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57">
              <a:extLst>
                <a:ext uri="{FF2B5EF4-FFF2-40B4-BE49-F238E27FC236}">
                  <a16:creationId xmlns:a16="http://schemas.microsoft.com/office/drawing/2014/main" id="{24127454-3FCB-41D6-ACFB-81D7E05A7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58">
              <a:extLst>
                <a:ext uri="{FF2B5EF4-FFF2-40B4-BE49-F238E27FC236}">
                  <a16:creationId xmlns:a16="http://schemas.microsoft.com/office/drawing/2014/main" id="{7AA80D42-B8A8-475B-ADBF-99719CE9FE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67" name="Rectangle 66">
            <a:extLst>
              <a:ext uri="{FF2B5EF4-FFF2-40B4-BE49-F238E27FC236}">
                <a16:creationId xmlns:a16="http://schemas.microsoft.com/office/drawing/2014/main" id="{81B1BC20-CC70-4C30-B9BE-C23E121CA6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69" name="Picture 2">
            <a:extLst>
              <a:ext uri="{FF2B5EF4-FFF2-40B4-BE49-F238E27FC236}">
                <a16:creationId xmlns:a16="http://schemas.microsoft.com/office/drawing/2014/main" id="{BED7CCD5-D3A4-4162-9CC4-03DF5AB89D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 y="-3747"/>
            <a:ext cx="914400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grpSp>
        <p:nvGrpSpPr>
          <p:cNvPr id="71" name="Group 70">
            <a:extLst>
              <a:ext uri="{FF2B5EF4-FFF2-40B4-BE49-F238E27FC236}">
                <a16:creationId xmlns:a16="http://schemas.microsoft.com/office/drawing/2014/main" id="{D5E95061-A9DC-4C67-BCAF-F560690997E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728807" cy="6858001"/>
            <a:chOff x="0" y="0"/>
            <a:chExt cx="2305051" cy="6858001"/>
          </a:xfrm>
          <a:gradFill flip="none" rotWithShape="1">
            <a:gsLst>
              <a:gs pos="0">
                <a:schemeClr val="bg2"/>
              </a:gs>
              <a:gs pos="100000">
                <a:schemeClr val="tx2">
                  <a:lumMod val="60000"/>
                  <a:lumOff val="40000"/>
                </a:schemeClr>
              </a:gs>
            </a:gsLst>
            <a:lin ang="5400000" scaled="0"/>
            <a:tileRect/>
          </a:gradFill>
        </p:grpSpPr>
        <p:sp>
          <p:nvSpPr>
            <p:cNvPr id="72" name="Rectangle 5">
              <a:extLst>
                <a:ext uri="{FF2B5EF4-FFF2-40B4-BE49-F238E27FC236}">
                  <a16:creationId xmlns:a16="http://schemas.microsoft.com/office/drawing/2014/main" id="{92D4D96C-8395-4198-90A3-2363570D4D3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3" name="Freeform 6">
              <a:extLst>
                <a:ext uri="{FF2B5EF4-FFF2-40B4-BE49-F238E27FC236}">
                  <a16:creationId xmlns:a16="http://schemas.microsoft.com/office/drawing/2014/main" id="{EF229BAE-A3AA-4095-A3F8-65181A7130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7">
              <a:extLst>
                <a:ext uri="{FF2B5EF4-FFF2-40B4-BE49-F238E27FC236}">
                  <a16:creationId xmlns:a16="http://schemas.microsoft.com/office/drawing/2014/main" id="{C71621C3-B057-4E50-808A-EF718590D2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Rectangle 8">
              <a:extLst>
                <a:ext uri="{FF2B5EF4-FFF2-40B4-BE49-F238E27FC236}">
                  <a16:creationId xmlns:a16="http://schemas.microsoft.com/office/drawing/2014/main" id="{37D3BCDA-C38C-4B10-A653-0210E859787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6" name="Freeform 9">
              <a:extLst>
                <a:ext uri="{FF2B5EF4-FFF2-40B4-BE49-F238E27FC236}">
                  <a16:creationId xmlns:a16="http://schemas.microsoft.com/office/drawing/2014/main" id="{CE4DC5B4-793A-4E8B-A3F7-53EB548F45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10">
              <a:extLst>
                <a:ext uri="{FF2B5EF4-FFF2-40B4-BE49-F238E27FC236}">
                  <a16:creationId xmlns:a16="http://schemas.microsoft.com/office/drawing/2014/main" id="{2664DA82-4469-42CC-93F4-662128EC6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11">
              <a:extLst>
                <a:ext uri="{FF2B5EF4-FFF2-40B4-BE49-F238E27FC236}">
                  <a16:creationId xmlns:a16="http://schemas.microsoft.com/office/drawing/2014/main" id="{ED439A82-9407-4694-886D-7447BDFF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12">
              <a:extLst>
                <a:ext uri="{FF2B5EF4-FFF2-40B4-BE49-F238E27FC236}">
                  <a16:creationId xmlns:a16="http://schemas.microsoft.com/office/drawing/2014/main" id="{C35292A7-2459-4132-8FE8-54BF071CCE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13">
              <a:extLst>
                <a:ext uri="{FF2B5EF4-FFF2-40B4-BE49-F238E27FC236}">
                  <a16:creationId xmlns:a16="http://schemas.microsoft.com/office/drawing/2014/main" id="{8A55D4A9-1B6E-409D-BF10-201C8A829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14">
              <a:extLst>
                <a:ext uri="{FF2B5EF4-FFF2-40B4-BE49-F238E27FC236}">
                  <a16:creationId xmlns:a16="http://schemas.microsoft.com/office/drawing/2014/main" id="{FDA8F85E-07E7-45C0-A165-6DB771A53D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15">
              <a:extLst>
                <a:ext uri="{FF2B5EF4-FFF2-40B4-BE49-F238E27FC236}">
                  <a16:creationId xmlns:a16="http://schemas.microsoft.com/office/drawing/2014/main" id="{09508E73-6AA1-460C-97B9-8EF00855A5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16">
              <a:extLst>
                <a:ext uri="{FF2B5EF4-FFF2-40B4-BE49-F238E27FC236}">
                  <a16:creationId xmlns:a16="http://schemas.microsoft.com/office/drawing/2014/main" id="{5913AD99-4A77-44C3-ACDF-8410765B76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17">
              <a:extLst>
                <a:ext uri="{FF2B5EF4-FFF2-40B4-BE49-F238E27FC236}">
                  <a16:creationId xmlns:a16="http://schemas.microsoft.com/office/drawing/2014/main" id="{413BDF5F-2CC6-47A3-B422-38D6E292DC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18">
              <a:extLst>
                <a:ext uri="{FF2B5EF4-FFF2-40B4-BE49-F238E27FC236}">
                  <a16:creationId xmlns:a16="http://schemas.microsoft.com/office/drawing/2014/main" id="{6F69599A-544F-4B1D-91C3-762B09CF78F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6" name="Freeform 19">
              <a:extLst>
                <a:ext uri="{FF2B5EF4-FFF2-40B4-BE49-F238E27FC236}">
                  <a16:creationId xmlns:a16="http://schemas.microsoft.com/office/drawing/2014/main" id="{DFAE31B2-DF2A-4FD2-B98E-3657F825C9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7" name="Freeform 20">
              <a:extLst>
                <a:ext uri="{FF2B5EF4-FFF2-40B4-BE49-F238E27FC236}">
                  <a16:creationId xmlns:a16="http://schemas.microsoft.com/office/drawing/2014/main" id="{9D7B120D-680C-4AC9-A263-A7DE0F5F1F7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8" name="Freeform 21">
              <a:extLst>
                <a:ext uri="{FF2B5EF4-FFF2-40B4-BE49-F238E27FC236}">
                  <a16:creationId xmlns:a16="http://schemas.microsoft.com/office/drawing/2014/main" id="{DC8A9F99-D409-4E13-8D58-6A34BE714D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9" name="Freeform 22">
              <a:extLst>
                <a:ext uri="{FF2B5EF4-FFF2-40B4-BE49-F238E27FC236}">
                  <a16:creationId xmlns:a16="http://schemas.microsoft.com/office/drawing/2014/main" id="{EB955E41-680C-44AA-B602-C1A69E951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0" name="Freeform 23">
              <a:extLst>
                <a:ext uri="{FF2B5EF4-FFF2-40B4-BE49-F238E27FC236}">
                  <a16:creationId xmlns:a16="http://schemas.microsoft.com/office/drawing/2014/main" id="{332ED336-B831-4A24-9181-CC63707A4E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1" name="Freeform 24">
              <a:extLst>
                <a:ext uri="{FF2B5EF4-FFF2-40B4-BE49-F238E27FC236}">
                  <a16:creationId xmlns:a16="http://schemas.microsoft.com/office/drawing/2014/main" id="{1A8B6B8C-5265-4AD1-9A67-B3CFFF4A9C3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2" name="Freeform 25">
              <a:extLst>
                <a:ext uri="{FF2B5EF4-FFF2-40B4-BE49-F238E27FC236}">
                  <a16:creationId xmlns:a16="http://schemas.microsoft.com/office/drawing/2014/main" id="{9E8ED6FD-8796-48CB-98ED-0E729E16B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3" name="Freeform 26">
              <a:extLst>
                <a:ext uri="{FF2B5EF4-FFF2-40B4-BE49-F238E27FC236}">
                  <a16:creationId xmlns:a16="http://schemas.microsoft.com/office/drawing/2014/main" id="{DE668E67-2522-4B6B-A8BF-C3CD36F891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4" name="Freeform 27">
              <a:extLst>
                <a:ext uri="{FF2B5EF4-FFF2-40B4-BE49-F238E27FC236}">
                  <a16:creationId xmlns:a16="http://schemas.microsoft.com/office/drawing/2014/main" id="{B2474CAA-635F-43E4-AFFF-B24637DC6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5" name="Freeform 28">
              <a:extLst>
                <a:ext uri="{FF2B5EF4-FFF2-40B4-BE49-F238E27FC236}">
                  <a16:creationId xmlns:a16="http://schemas.microsoft.com/office/drawing/2014/main" id="{1C1B778D-83CB-443C-B463-7EE26603E1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6" name="Freeform 29">
              <a:extLst>
                <a:ext uri="{FF2B5EF4-FFF2-40B4-BE49-F238E27FC236}">
                  <a16:creationId xmlns:a16="http://schemas.microsoft.com/office/drawing/2014/main" id="{654DEAB4-B194-4182-A7BE-E247F19AA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7" name="Freeform 30">
              <a:extLst>
                <a:ext uri="{FF2B5EF4-FFF2-40B4-BE49-F238E27FC236}">
                  <a16:creationId xmlns:a16="http://schemas.microsoft.com/office/drawing/2014/main" id="{D8E3CE4C-0C48-485B-8EA0-B036FCC333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8" name="Freeform 31">
              <a:extLst>
                <a:ext uri="{FF2B5EF4-FFF2-40B4-BE49-F238E27FC236}">
                  <a16:creationId xmlns:a16="http://schemas.microsoft.com/office/drawing/2014/main" id="{7958BBBD-B721-4DA1-8764-D8188EB70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99" name="Freeform 32">
              <a:extLst>
                <a:ext uri="{FF2B5EF4-FFF2-40B4-BE49-F238E27FC236}">
                  <a16:creationId xmlns:a16="http://schemas.microsoft.com/office/drawing/2014/main" id="{23180B75-7F19-41E5-A4C3-9096FF7D19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0" name="Rectangle 33">
              <a:extLst>
                <a:ext uri="{FF2B5EF4-FFF2-40B4-BE49-F238E27FC236}">
                  <a16:creationId xmlns:a16="http://schemas.microsoft.com/office/drawing/2014/main" id="{57F706CF-8096-494C-A6E1-5BE7F62306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01" name="Freeform 34">
              <a:extLst>
                <a:ext uri="{FF2B5EF4-FFF2-40B4-BE49-F238E27FC236}">
                  <a16:creationId xmlns:a16="http://schemas.microsoft.com/office/drawing/2014/main" id="{8B4065A5-6701-492B-BE7F-9E00FE6156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2" name="Freeform 35">
              <a:extLst>
                <a:ext uri="{FF2B5EF4-FFF2-40B4-BE49-F238E27FC236}">
                  <a16:creationId xmlns:a16="http://schemas.microsoft.com/office/drawing/2014/main" id="{66E06571-DDD0-47CB-97CF-FF8432467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3" name="Freeform 36">
              <a:extLst>
                <a:ext uri="{FF2B5EF4-FFF2-40B4-BE49-F238E27FC236}">
                  <a16:creationId xmlns:a16="http://schemas.microsoft.com/office/drawing/2014/main" id="{50F0D75F-DE36-46A5-8FEB-00CF9D01A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4" name="Freeform 37">
              <a:extLst>
                <a:ext uri="{FF2B5EF4-FFF2-40B4-BE49-F238E27FC236}">
                  <a16:creationId xmlns:a16="http://schemas.microsoft.com/office/drawing/2014/main" id="{C7AF11B9-2298-41D7-9878-99E19E827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5" name="Freeform 38">
              <a:extLst>
                <a:ext uri="{FF2B5EF4-FFF2-40B4-BE49-F238E27FC236}">
                  <a16:creationId xmlns:a16="http://schemas.microsoft.com/office/drawing/2014/main" id="{7B43B683-4229-4623-A504-56FE6CCB5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6" name="Freeform 39">
              <a:extLst>
                <a:ext uri="{FF2B5EF4-FFF2-40B4-BE49-F238E27FC236}">
                  <a16:creationId xmlns:a16="http://schemas.microsoft.com/office/drawing/2014/main" id="{7B4CC276-9BB9-4394-A369-F7DB2BD8E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7" name="Freeform 40">
              <a:extLst>
                <a:ext uri="{FF2B5EF4-FFF2-40B4-BE49-F238E27FC236}">
                  <a16:creationId xmlns:a16="http://schemas.microsoft.com/office/drawing/2014/main" id="{98010162-18EE-455C-AABD-0B715C2BBF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8" name="Freeform 41">
              <a:extLst>
                <a:ext uri="{FF2B5EF4-FFF2-40B4-BE49-F238E27FC236}">
                  <a16:creationId xmlns:a16="http://schemas.microsoft.com/office/drawing/2014/main" id="{5950D288-22B2-4286-B4FB-D6665C103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09" name="Freeform 42">
              <a:extLst>
                <a:ext uri="{FF2B5EF4-FFF2-40B4-BE49-F238E27FC236}">
                  <a16:creationId xmlns:a16="http://schemas.microsoft.com/office/drawing/2014/main" id="{E0A686CA-B0EF-4B0C-B69B-E715EA3E54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0" name="Freeform 43">
              <a:extLst>
                <a:ext uri="{FF2B5EF4-FFF2-40B4-BE49-F238E27FC236}">
                  <a16:creationId xmlns:a16="http://schemas.microsoft.com/office/drawing/2014/main" id="{75D61EE6-C405-433B-AEC8-6241D54720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1" name="Freeform 44">
              <a:extLst>
                <a:ext uri="{FF2B5EF4-FFF2-40B4-BE49-F238E27FC236}">
                  <a16:creationId xmlns:a16="http://schemas.microsoft.com/office/drawing/2014/main" id="{4C718553-7221-4BFF-AFEE-64E166C6A8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2" name="Rectangle 45">
              <a:extLst>
                <a:ext uri="{FF2B5EF4-FFF2-40B4-BE49-F238E27FC236}">
                  <a16:creationId xmlns:a16="http://schemas.microsoft.com/office/drawing/2014/main" id="{9F00A845-A7BB-4253-8C15-0FF3D05980E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13" name="Freeform 46">
              <a:extLst>
                <a:ext uri="{FF2B5EF4-FFF2-40B4-BE49-F238E27FC236}">
                  <a16:creationId xmlns:a16="http://schemas.microsoft.com/office/drawing/2014/main" id="{53476DBF-E7E4-46E9-AAF2-8810E14EE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4" name="Freeform 47">
              <a:extLst>
                <a:ext uri="{FF2B5EF4-FFF2-40B4-BE49-F238E27FC236}">
                  <a16:creationId xmlns:a16="http://schemas.microsoft.com/office/drawing/2014/main" id="{4F608C86-9940-444C-B200-155DF4E02B6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5" name="Freeform 48">
              <a:extLst>
                <a:ext uri="{FF2B5EF4-FFF2-40B4-BE49-F238E27FC236}">
                  <a16:creationId xmlns:a16="http://schemas.microsoft.com/office/drawing/2014/main" id="{BB49A08B-2E6F-4B8C-8F61-6869B069B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6" name="Freeform 49">
              <a:extLst>
                <a:ext uri="{FF2B5EF4-FFF2-40B4-BE49-F238E27FC236}">
                  <a16:creationId xmlns:a16="http://schemas.microsoft.com/office/drawing/2014/main" id="{03A08195-C526-497F-89D0-566E91704B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7" name="Freeform 50">
              <a:extLst>
                <a:ext uri="{FF2B5EF4-FFF2-40B4-BE49-F238E27FC236}">
                  <a16:creationId xmlns:a16="http://schemas.microsoft.com/office/drawing/2014/main" id="{235FDAAF-2063-40C9-BE1C-7E116C8A30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8" name="Freeform 51">
              <a:extLst>
                <a:ext uri="{FF2B5EF4-FFF2-40B4-BE49-F238E27FC236}">
                  <a16:creationId xmlns:a16="http://schemas.microsoft.com/office/drawing/2014/main" id="{2EAF15FA-570E-412B-992B-CAAB83384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19" name="Freeform 52">
              <a:extLst>
                <a:ext uri="{FF2B5EF4-FFF2-40B4-BE49-F238E27FC236}">
                  <a16:creationId xmlns:a16="http://schemas.microsoft.com/office/drawing/2014/main" id="{91FCA14D-FA3E-44C1-B8CB-8C8B730486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0" name="Freeform 53">
              <a:extLst>
                <a:ext uri="{FF2B5EF4-FFF2-40B4-BE49-F238E27FC236}">
                  <a16:creationId xmlns:a16="http://schemas.microsoft.com/office/drawing/2014/main" id="{A889215B-3708-4985-A1D7-42A99B3575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1" name="Freeform 54">
              <a:extLst>
                <a:ext uri="{FF2B5EF4-FFF2-40B4-BE49-F238E27FC236}">
                  <a16:creationId xmlns:a16="http://schemas.microsoft.com/office/drawing/2014/main" id="{5C58C66E-AFD4-4A37-9646-FF8A511A6C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2" name="Freeform 55">
              <a:extLst>
                <a:ext uri="{FF2B5EF4-FFF2-40B4-BE49-F238E27FC236}">
                  <a16:creationId xmlns:a16="http://schemas.microsoft.com/office/drawing/2014/main" id="{F99DC7ED-E983-4ACA-B702-727C2A5939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3" name="Freeform 56">
              <a:extLst>
                <a:ext uri="{FF2B5EF4-FFF2-40B4-BE49-F238E27FC236}">
                  <a16:creationId xmlns:a16="http://schemas.microsoft.com/office/drawing/2014/main" id="{918FC910-5BDA-49AE-95A5-774012D2D60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4" name="Freeform 57">
              <a:extLst>
                <a:ext uri="{FF2B5EF4-FFF2-40B4-BE49-F238E27FC236}">
                  <a16:creationId xmlns:a16="http://schemas.microsoft.com/office/drawing/2014/main" id="{AA1E286C-EECB-46DC-9505-501CCDD8B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25" name="Freeform 58">
              <a:extLst>
                <a:ext uri="{FF2B5EF4-FFF2-40B4-BE49-F238E27FC236}">
                  <a16:creationId xmlns:a16="http://schemas.microsoft.com/office/drawing/2014/main" id="{A838D816-F9F3-4AB2-92C6-1F986D0BC0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title"/>
          </p:nvPr>
        </p:nvSpPr>
        <p:spPr>
          <a:xfrm>
            <a:off x="1212924" y="4539573"/>
            <a:ext cx="6718151" cy="1182838"/>
          </a:xfrm>
        </p:spPr>
        <p:txBody>
          <a:bodyPr vert="horz" lIns="91440" tIns="45720" rIns="91440" bIns="45720" rtlCol="0" anchor="b">
            <a:normAutofit/>
          </a:bodyPr>
          <a:lstStyle/>
          <a:p>
            <a:pPr algn="ctr"/>
            <a:r>
              <a:rPr lang="en-US" sz="4800">
                <a:solidFill>
                  <a:srgbClr val="FFFFFF"/>
                </a:solidFill>
              </a:rPr>
              <a:t>Thank You</a:t>
            </a:r>
          </a:p>
        </p:txBody>
      </p:sp>
      <p:sp>
        <p:nvSpPr>
          <p:cNvPr id="3" name="Content Placeholder 2"/>
          <p:cNvSpPr>
            <a:spLocks noGrp="1"/>
          </p:cNvSpPr>
          <p:nvPr>
            <p:ph idx="1"/>
          </p:nvPr>
        </p:nvSpPr>
        <p:spPr>
          <a:xfrm>
            <a:off x="1433456" y="5722411"/>
            <a:ext cx="6277087" cy="480330"/>
          </a:xfrm>
        </p:spPr>
        <p:txBody>
          <a:bodyPr vert="horz" lIns="91440" tIns="45720" rIns="91440" bIns="45720" rtlCol="0">
            <a:normAutofit/>
          </a:bodyPr>
          <a:lstStyle/>
          <a:p>
            <a:pPr marL="0" indent="0" algn="ctr">
              <a:buNone/>
            </a:pPr>
            <a:r>
              <a:rPr lang="en-US" sz="2000" cap="all">
                <a:solidFill>
                  <a:schemeClr val="bg2"/>
                </a:solidFill>
              </a:rPr>
              <a:t>Questions?</a:t>
            </a:r>
          </a:p>
        </p:txBody>
      </p:sp>
      <p:sp useBgFill="1">
        <p:nvSpPr>
          <p:cNvPr id="127" name="Round Diagonal Corner Rectangle 6">
            <a:extLst>
              <a:ext uri="{FF2B5EF4-FFF2-40B4-BE49-F238E27FC236}">
                <a16:creationId xmlns:a16="http://schemas.microsoft.com/office/drawing/2014/main" id="{4683B8BC-85C4-41F2-9CD3-B074823B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0230" y="639965"/>
            <a:ext cx="8159993" cy="3598548"/>
          </a:xfrm>
          <a:prstGeom prst="round2DiagRect">
            <a:avLst>
              <a:gd name="adj1" fmla="val 9529"/>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14BD6F4-0556-6878-A84A-8F46A906151B}"/>
              </a:ext>
            </a:extLst>
          </p:cNvPr>
          <p:cNvPicPr>
            <a:picLocks noChangeAspect="1"/>
          </p:cNvPicPr>
          <p:nvPr/>
        </p:nvPicPr>
        <p:blipFill>
          <a:blip r:embed="rId3"/>
          <a:srcRect b="42089"/>
          <a:stretch>
            <a:fillRect/>
          </a:stretch>
        </p:blipFill>
        <p:spPr>
          <a:xfrm>
            <a:off x="730226" y="1642168"/>
            <a:ext cx="7700002" cy="1594142"/>
          </a:xfrm>
          <a:prstGeom prst="rect">
            <a:avLst/>
          </a:prstGeom>
        </p:spPr>
      </p:pic>
    </p:spTree>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124</TotalTime>
  <Words>482</Words>
  <Application>Microsoft Office PowerPoint</Application>
  <PresentationFormat>On-screen Show (4:3)</PresentationFormat>
  <Paragraphs>151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Castellar</vt:lpstr>
      <vt:lpstr>Tw Cen MT</vt:lpstr>
      <vt:lpstr>Circuit</vt:lpstr>
      <vt:lpstr>DATA ANALYSIS INTERNSHIP PROJECT </vt:lpstr>
      <vt:lpstr>About the Internship</vt:lpstr>
      <vt:lpstr>Problem Statement</vt:lpstr>
      <vt:lpstr>Dataset Information</vt:lpstr>
      <vt:lpstr>Tools &amp; Technologies Used</vt:lpstr>
      <vt:lpstr>Code</vt:lpstr>
      <vt:lpstr>Code</vt:lpstr>
      <vt:lpstr>Output</vt:lpstr>
      <vt:lpstr>Challenges Faced</vt:lpstr>
      <vt:lpstr>Conclusion</vt:lpstr>
      <vt:lpstr>Future Improvements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Zeba Almas Shaik</dc:creator>
  <cp:keywords/>
  <dc:description>generated using python-pptx</dc:description>
  <cp:lastModifiedBy>Zeba Almas Shaik</cp:lastModifiedBy>
  <cp:revision>4</cp:revision>
  <dcterms:created xsi:type="dcterms:W3CDTF">2013-01-27T09:14:16Z</dcterms:created>
  <dcterms:modified xsi:type="dcterms:W3CDTF">2026-03-05T07:44:39Z</dcterms:modified>
  <cp:category/>
</cp:coreProperties>
</file>